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73" r:id="rId3"/>
    <p:sldId id="257" r:id="rId4"/>
    <p:sldId id="259" r:id="rId5"/>
    <p:sldId id="258" r:id="rId6"/>
    <p:sldId id="267" r:id="rId7"/>
    <p:sldId id="268" r:id="rId8"/>
    <p:sldId id="269" r:id="rId9"/>
    <p:sldId id="270" r:id="rId10"/>
    <p:sldId id="272" r:id="rId11"/>
    <p:sldId id="271" r:id="rId12"/>
    <p:sldId id="261" r:id="rId13"/>
    <p:sldId id="263" r:id="rId14"/>
    <p:sldId id="264" r:id="rId15"/>
    <p:sldId id="265" r:id="rId16"/>
    <p:sldId id="266" r:id="rId17"/>
    <p:sldId id="260" r:id="rId18"/>
    <p:sldId id="274" r:id="rId19"/>
    <p:sldId id="26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64" d="100"/>
          <a:sy n="64" d="100"/>
        </p:scale>
        <p:origin x="-114" y="-7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E04FC7-71EB-42AA-A67B-AB031CB74A4E}"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en-GB"/>
        </a:p>
      </dgm:t>
    </dgm:pt>
    <dgm:pt modelId="{8832C8D0-ABF8-4A24-A096-A2AB9D5F5EED}">
      <dgm:prSet phldrT="[Text]"/>
      <dgm:spPr/>
      <dgm:t>
        <a:bodyPr/>
        <a:lstStyle/>
        <a:p>
          <a:r>
            <a:rPr lang="en-GB" dirty="0"/>
            <a:t>Second service provider spend</a:t>
          </a:r>
        </a:p>
      </dgm:t>
    </dgm:pt>
    <dgm:pt modelId="{D467ADAD-AC49-4883-9BDC-A56834849070}" type="parTrans" cxnId="{690D29AB-6B10-4C18-90C0-EB693622A792}">
      <dgm:prSet/>
      <dgm:spPr/>
      <dgm:t>
        <a:bodyPr/>
        <a:lstStyle/>
        <a:p>
          <a:endParaRPr lang="en-GB"/>
        </a:p>
      </dgm:t>
    </dgm:pt>
    <dgm:pt modelId="{EC51DE72-C888-4067-A980-8EB170FF0F61}" type="sibTrans" cxnId="{690D29AB-6B10-4C18-90C0-EB693622A792}">
      <dgm:prSet/>
      <dgm:spPr/>
      <dgm:t>
        <a:bodyPr/>
        <a:lstStyle/>
        <a:p>
          <a:endParaRPr lang="en-GB"/>
        </a:p>
      </dgm:t>
    </dgm:pt>
    <dgm:pt modelId="{4538BABF-030B-4E00-8535-5AC12B4875AB}">
      <dgm:prSet phldrT="[Text]"/>
      <dgm:spPr/>
      <dgm:t>
        <a:bodyPr/>
        <a:lstStyle/>
        <a:p>
          <a:r>
            <a:rPr lang="en-GB" dirty="0"/>
            <a:t>First Service provider spend</a:t>
          </a:r>
        </a:p>
      </dgm:t>
    </dgm:pt>
    <dgm:pt modelId="{D00FC5CA-F26A-47B7-8069-FC5CF762475A}" type="parTrans" cxnId="{9C9110F8-0A9A-4CC3-A7C8-7FF516B45441}">
      <dgm:prSet/>
      <dgm:spPr/>
      <dgm:t>
        <a:bodyPr/>
        <a:lstStyle/>
        <a:p>
          <a:endParaRPr lang="en-GB"/>
        </a:p>
      </dgm:t>
    </dgm:pt>
    <dgm:pt modelId="{3769AA0D-E2BF-44EA-94EF-8995FAB9F76B}" type="sibTrans" cxnId="{9C9110F8-0A9A-4CC3-A7C8-7FF516B45441}">
      <dgm:prSet/>
      <dgm:spPr/>
      <dgm:t>
        <a:bodyPr/>
        <a:lstStyle/>
        <a:p>
          <a:endParaRPr lang="en-GB"/>
        </a:p>
      </dgm:t>
    </dgm:pt>
    <dgm:pt modelId="{F6C2FDF8-DD79-4059-BE53-C2D4E43A182F}">
      <dgm:prSet phldrT="[Text]"/>
      <dgm:spPr/>
      <dgm:t>
        <a:bodyPr/>
        <a:lstStyle/>
        <a:p>
          <a:r>
            <a:rPr lang="en-GB" dirty="0"/>
            <a:t>First spend by receiver on product / service</a:t>
          </a:r>
        </a:p>
      </dgm:t>
    </dgm:pt>
    <dgm:pt modelId="{E9FEBB4D-651E-45DC-8717-654C76843DD3}" type="parTrans" cxnId="{BF4ECFE5-3128-42AC-80A2-5E6D23D7948D}">
      <dgm:prSet/>
      <dgm:spPr/>
      <dgm:t>
        <a:bodyPr/>
        <a:lstStyle/>
        <a:p>
          <a:endParaRPr lang="en-GB"/>
        </a:p>
      </dgm:t>
    </dgm:pt>
    <dgm:pt modelId="{70E17EC8-8032-484C-8D90-7E1F239818B9}" type="sibTrans" cxnId="{BF4ECFE5-3128-42AC-80A2-5E6D23D7948D}">
      <dgm:prSet/>
      <dgm:spPr/>
      <dgm:t>
        <a:bodyPr/>
        <a:lstStyle/>
        <a:p>
          <a:endParaRPr lang="en-GB"/>
        </a:p>
      </dgm:t>
    </dgm:pt>
    <dgm:pt modelId="{8B4B6724-98C0-4272-A33C-05A79E29EF55}">
      <dgm:prSet phldrT="[Text]"/>
      <dgm:spPr/>
      <dgm:t>
        <a:bodyPr/>
        <a:lstStyle/>
        <a:p>
          <a:r>
            <a:rPr lang="en-GB" dirty="0"/>
            <a:t>“traditional deposits” of legacy currency</a:t>
          </a:r>
        </a:p>
      </dgm:t>
    </dgm:pt>
    <dgm:pt modelId="{646F7C96-D5AD-4849-8011-4C06B071E22A}" type="parTrans" cxnId="{7AA1B603-D0BF-4369-A942-B9960F3E0338}">
      <dgm:prSet/>
      <dgm:spPr/>
      <dgm:t>
        <a:bodyPr/>
        <a:lstStyle/>
        <a:p>
          <a:endParaRPr lang="en-GB"/>
        </a:p>
      </dgm:t>
    </dgm:pt>
    <dgm:pt modelId="{56A28548-33D7-4AF7-9FA7-E6B99432398F}" type="sibTrans" cxnId="{7AA1B603-D0BF-4369-A942-B9960F3E0338}">
      <dgm:prSet/>
      <dgm:spPr/>
      <dgm:t>
        <a:bodyPr/>
        <a:lstStyle/>
        <a:p>
          <a:endParaRPr lang="en-GB"/>
        </a:p>
      </dgm:t>
    </dgm:pt>
    <dgm:pt modelId="{F1849BEB-7799-4175-A1A1-7B0AC3ACBF73}" type="pres">
      <dgm:prSet presAssocID="{78E04FC7-71EB-42AA-A67B-AB031CB74A4E}" presName="Name0" presStyleCnt="0">
        <dgm:presLayoutVars>
          <dgm:chMax val="7"/>
          <dgm:resizeHandles val="exact"/>
        </dgm:presLayoutVars>
      </dgm:prSet>
      <dgm:spPr/>
    </dgm:pt>
    <dgm:pt modelId="{8C6BEC33-CA12-4717-8038-E79BF142A537}" type="pres">
      <dgm:prSet presAssocID="{78E04FC7-71EB-42AA-A67B-AB031CB74A4E}" presName="comp1" presStyleCnt="0"/>
      <dgm:spPr/>
    </dgm:pt>
    <dgm:pt modelId="{8ADA4216-270B-4CB9-99D0-6EAFF55C547A}" type="pres">
      <dgm:prSet presAssocID="{78E04FC7-71EB-42AA-A67B-AB031CB74A4E}" presName="circle1" presStyleLbl="node1" presStyleIdx="0" presStyleCnt="4"/>
      <dgm:spPr/>
    </dgm:pt>
    <dgm:pt modelId="{C275556E-B169-452F-9520-1383C109522C}" type="pres">
      <dgm:prSet presAssocID="{78E04FC7-71EB-42AA-A67B-AB031CB74A4E}" presName="c1text" presStyleLbl="node1" presStyleIdx="0" presStyleCnt="4">
        <dgm:presLayoutVars>
          <dgm:bulletEnabled val="1"/>
        </dgm:presLayoutVars>
      </dgm:prSet>
      <dgm:spPr/>
    </dgm:pt>
    <dgm:pt modelId="{0D3CA22E-AFEA-4817-8090-475AFD6CDE83}" type="pres">
      <dgm:prSet presAssocID="{78E04FC7-71EB-42AA-A67B-AB031CB74A4E}" presName="comp2" presStyleCnt="0"/>
      <dgm:spPr/>
    </dgm:pt>
    <dgm:pt modelId="{E19D4D5E-B90C-475C-9DA4-15469837977D}" type="pres">
      <dgm:prSet presAssocID="{78E04FC7-71EB-42AA-A67B-AB031CB74A4E}" presName="circle2" presStyleLbl="node1" presStyleIdx="1" presStyleCnt="4"/>
      <dgm:spPr/>
    </dgm:pt>
    <dgm:pt modelId="{2499CB65-B4D9-4E04-A826-35DA9F993D7C}" type="pres">
      <dgm:prSet presAssocID="{78E04FC7-71EB-42AA-A67B-AB031CB74A4E}" presName="c2text" presStyleLbl="node1" presStyleIdx="1" presStyleCnt="4">
        <dgm:presLayoutVars>
          <dgm:bulletEnabled val="1"/>
        </dgm:presLayoutVars>
      </dgm:prSet>
      <dgm:spPr/>
    </dgm:pt>
    <dgm:pt modelId="{A91E8349-060B-479C-A252-E8AC38C755F1}" type="pres">
      <dgm:prSet presAssocID="{78E04FC7-71EB-42AA-A67B-AB031CB74A4E}" presName="comp3" presStyleCnt="0"/>
      <dgm:spPr/>
    </dgm:pt>
    <dgm:pt modelId="{A0D67421-0AA3-4A2D-BAEA-266680B313A4}" type="pres">
      <dgm:prSet presAssocID="{78E04FC7-71EB-42AA-A67B-AB031CB74A4E}" presName="circle3" presStyleLbl="node1" presStyleIdx="2" presStyleCnt="4"/>
      <dgm:spPr/>
    </dgm:pt>
    <dgm:pt modelId="{F4040F02-3909-48F8-B168-099C9CBBD8DF}" type="pres">
      <dgm:prSet presAssocID="{78E04FC7-71EB-42AA-A67B-AB031CB74A4E}" presName="c3text" presStyleLbl="node1" presStyleIdx="2" presStyleCnt="4">
        <dgm:presLayoutVars>
          <dgm:bulletEnabled val="1"/>
        </dgm:presLayoutVars>
      </dgm:prSet>
      <dgm:spPr/>
    </dgm:pt>
    <dgm:pt modelId="{AA781E79-2C72-4646-9267-D78FF057A72A}" type="pres">
      <dgm:prSet presAssocID="{78E04FC7-71EB-42AA-A67B-AB031CB74A4E}" presName="comp4" presStyleCnt="0"/>
      <dgm:spPr/>
    </dgm:pt>
    <dgm:pt modelId="{6E369220-31E4-42EF-B62C-B895F33AE6C4}" type="pres">
      <dgm:prSet presAssocID="{78E04FC7-71EB-42AA-A67B-AB031CB74A4E}" presName="circle4" presStyleLbl="node1" presStyleIdx="3" presStyleCnt="4"/>
      <dgm:spPr/>
    </dgm:pt>
    <dgm:pt modelId="{4C2FB15F-8F2E-446B-84C8-C672B9E3508F}" type="pres">
      <dgm:prSet presAssocID="{78E04FC7-71EB-42AA-A67B-AB031CB74A4E}" presName="c4text" presStyleLbl="node1" presStyleIdx="3" presStyleCnt="4">
        <dgm:presLayoutVars>
          <dgm:bulletEnabled val="1"/>
        </dgm:presLayoutVars>
      </dgm:prSet>
      <dgm:spPr/>
    </dgm:pt>
  </dgm:ptLst>
  <dgm:cxnLst>
    <dgm:cxn modelId="{F57D4BEE-EB18-49E1-AC6E-91A64820F436}" type="presOf" srcId="{8B4B6724-98C0-4272-A33C-05A79E29EF55}" destId="{4C2FB15F-8F2E-446B-84C8-C672B9E3508F}" srcOrd="1" destOrd="0" presId="urn:microsoft.com/office/officeart/2005/8/layout/venn2"/>
    <dgm:cxn modelId="{8DA1CC54-28FB-482C-8BF2-6DCE35918D32}" type="presOf" srcId="{78E04FC7-71EB-42AA-A67B-AB031CB74A4E}" destId="{F1849BEB-7799-4175-A1A1-7B0AC3ACBF73}" srcOrd="0" destOrd="0" presId="urn:microsoft.com/office/officeart/2005/8/layout/venn2"/>
    <dgm:cxn modelId="{49509234-5A7F-476C-A1CA-E89494BEE82C}" type="presOf" srcId="{F6C2FDF8-DD79-4059-BE53-C2D4E43A182F}" destId="{F4040F02-3909-48F8-B168-099C9CBBD8DF}" srcOrd="1" destOrd="0" presId="urn:microsoft.com/office/officeart/2005/8/layout/venn2"/>
    <dgm:cxn modelId="{BF4ECFE5-3128-42AC-80A2-5E6D23D7948D}" srcId="{78E04FC7-71EB-42AA-A67B-AB031CB74A4E}" destId="{F6C2FDF8-DD79-4059-BE53-C2D4E43A182F}" srcOrd="2" destOrd="0" parTransId="{E9FEBB4D-651E-45DC-8717-654C76843DD3}" sibTransId="{70E17EC8-8032-484C-8D90-7E1F239818B9}"/>
    <dgm:cxn modelId="{9C9110F8-0A9A-4CC3-A7C8-7FF516B45441}" srcId="{78E04FC7-71EB-42AA-A67B-AB031CB74A4E}" destId="{4538BABF-030B-4E00-8535-5AC12B4875AB}" srcOrd="1" destOrd="0" parTransId="{D00FC5CA-F26A-47B7-8069-FC5CF762475A}" sibTransId="{3769AA0D-E2BF-44EA-94EF-8995FAB9F76B}"/>
    <dgm:cxn modelId="{4C2EC3C1-5790-431C-9A66-2B06363E84CA}" type="presOf" srcId="{8B4B6724-98C0-4272-A33C-05A79E29EF55}" destId="{6E369220-31E4-42EF-B62C-B895F33AE6C4}" srcOrd="0" destOrd="0" presId="urn:microsoft.com/office/officeart/2005/8/layout/venn2"/>
    <dgm:cxn modelId="{00F0F54B-DD1E-4EA2-80BA-CB487A5B35ED}" type="presOf" srcId="{8832C8D0-ABF8-4A24-A096-A2AB9D5F5EED}" destId="{C275556E-B169-452F-9520-1383C109522C}" srcOrd="1" destOrd="0" presId="urn:microsoft.com/office/officeart/2005/8/layout/venn2"/>
    <dgm:cxn modelId="{8C11F9CB-1CE7-44F0-B831-F8FD98E93374}" type="presOf" srcId="{8832C8D0-ABF8-4A24-A096-A2AB9D5F5EED}" destId="{8ADA4216-270B-4CB9-99D0-6EAFF55C547A}" srcOrd="0" destOrd="0" presId="urn:microsoft.com/office/officeart/2005/8/layout/venn2"/>
    <dgm:cxn modelId="{12C2FB49-733C-4313-B389-79D8333CE6FB}" type="presOf" srcId="{4538BABF-030B-4E00-8535-5AC12B4875AB}" destId="{2499CB65-B4D9-4E04-A826-35DA9F993D7C}" srcOrd="1" destOrd="0" presId="urn:microsoft.com/office/officeart/2005/8/layout/venn2"/>
    <dgm:cxn modelId="{690D29AB-6B10-4C18-90C0-EB693622A792}" srcId="{78E04FC7-71EB-42AA-A67B-AB031CB74A4E}" destId="{8832C8D0-ABF8-4A24-A096-A2AB9D5F5EED}" srcOrd="0" destOrd="0" parTransId="{D467ADAD-AC49-4883-9BDC-A56834849070}" sibTransId="{EC51DE72-C888-4067-A980-8EB170FF0F61}"/>
    <dgm:cxn modelId="{456C69C0-B8A6-4B8D-874D-FC7C1D45DD3F}" type="presOf" srcId="{F6C2FDF8-DD79-4059-BE53-C2D4E43A182F}" destId="{A0D67421-0AA3-4A2D-BAEA-266680B313A4}" srcOrd="0" destOrd="0" presId="urn:microsoft.com/office/officeart/2005/8/layout/venn2"/>
    <dgm:cxn modelId="{7AA1B603-D0BF-4369-A942-B9960F3E0338}" srcId="{78E04FC7-71EB-42AA-A67B-AB031CB74A4E}" destId="{8B4B6724-98C0-4272-A33C-05A79E29EF55}" srcOrd="3" destOrd="0" parTransId="{646F7C96-D5AD-4849-8011-4C06B071E22A}" sibTransId="{56A28548-33D7-4AF7-9FA7-E6B99432398F}"/>
    <dgm:cxn modelId="{15BE9B66-D58A-4006-9B5C-5AB8FC91D623}" type="presOf" srcId="{4538BABF-030B-4E00-8535-5AC12B4875AB}" destId="{E19D4D5E-B90C-475C-9DA4-15469837977D}" srcOrd="0" destOrd="0" presId="urn:microsoft.com/office/officeart/2005/8/layout/venn2"/>
    <dgm:cxn modelId="{84674E59-3BB7-4FBB-AAE3-A248918E37E5}" type="presParOf" srcId="{F1849BEB-7799-4175-A1A1-7B0AC3ACBF73}" destId="{8C6BEC33-CA12-4717-8038-E79BF142A537}" srcOrd="0" destOrd="0" presId="urn:microsoft.com/office/officeart/2005/8/layout/venn2"/>
    <dgm:cxn modelId="{9593088A-5F96-4D15-A95A-F25FBF3647CC}" type="presParOf" srcId="{8C6BEC33-CA12-4717-8038-E79BF142A537}" destId="{8ADA4216-270B-4CB9-99D0-6EAFF55C547A}" srcOrd="0" destOrd="0" presId="urn:microsoft.com/office/officeart/2005/8/layout/venn2"/>
    <dgm:cxn modelId="{F48D7D4D-8688-4426-AB05-C6808B12CA86}" type="presParOf" srcId="{8C6BEC33-CA12-4717-8038-E79BF142A537}" destId="{C275556E-B169-452F-9520-1383C109522C}" srcOrd="1" destOrd="0" presId="urn:microsoft.com/office/officeart/2005/8/layout/venn2"/>
    <dgm:cxn modelId="{D7C76407-1B15-4518-A221-5687989EE8CE}" type="presParOf" srcId="{F1849BEB-7799-4175-A1A1-7B0AC3ACBF73}" destId="{0D3CA22E-AFEA-4817-8090-475AFD6CDE83}" srcOrd="1" destOrd="0" presId="urn:microsoft.com/office/officeart/2005/8/layout/venn2"/>
    <dgm:cxn modelId="{51A3EF60-F68A-4242-83E1-C58E9353BC71}" type="presParOf" srcId="{0D3CA22E-AFEA-4817-8090-475AFD6CDE83}" destId="{E19D4D5E-B90C-475C-9DA4-15469837977D}" srcOrd="0" destOrd="0" presId="urn:microsoft.com/office/officeart/2005/8/layout/venn2"/>
    <dgm:cxn modelId="{9981C57C-3101-4533-86F6-175F99D87FE7}" type="presParOf" srcId="{0D3CA22E-AFEA-4817-8090-475AFD6CDE83}" destId="{2499CB65-B4D9-4E04-A826-35DA9F993D7C}" srcOrd="1" destOrd="0" presId="urn:microsoft.com/office/officeart/2005/8/layout/venn2"/>
    <dgm:cxn modelId="{6F22C99F-49B2-49F3-93C5-2046ED739897}" type="presParOf" srcId="{F1849BEB-7799-4175-A1A1-7B0AC3ACBF73}" destId="{A91E8349-060B-479C-A252-E8AC38C755F1}" srcOrd="2" destOrd="0" presId="urn:microsoft.com/office/officeart/2005/8/layout/venn2"/>
    <dgm:cxn modelId="{819B3F98-4E0F-4985-B3DA-2593205279D9}" type="presParOf" srcId="{A91E8349-060B-479C-A252-E8AC38C755F1}" destId="{A0D67421-0AA3-4A2D-BAEA-266680B313A4}" srcOrd="0" destOrd="0" presId="urn:microsoft.com/office/officeart/2005/8/layout/venn2"/>
    <dgm:cxn modelId="{561F4ED5-9E57-47A7-9C7E-64908E8ED34C}" type="presParOf" srcId="{A91E8349-060B-479C-A252-E8AC38C755F1}" destId="{F4040F02-3909-48F8-B168-099C9CBBD8DF}" srcOrd="1" destOrd="0" presId="urn:microsoft.com/office/officeart/2005/8/layout/venn2"/>
    <dgm:cxn modelId="{F334CE8B-FA72-4E84-945F-D50948479727}" type="presParOf" srcId="{F1849BEB-7799-4175-A1A1-7B0AC3ACBF73}" destId="{AA781E79-2C72-4646-9267-D78FF057A72A}" srcOrd="3" destOrd="0" presId="urn:microsoft.com/office/officeart/2005/8/layout/venn2"/>
    <dgm:cxn modelId="{06455D08-4626-45D0-8083-0289F65FB2C5}" type="presParOf" srcId="{AA781E79-2C72-4646-9267-D78FF057A72A}" destId="{6E369220-31E4-42EF-B62C-B895F33AE6C4}" srcOrd="0" destOrd="0" presId="urn:microsoft.com/office/officeart/2005/8/layout/venn2"/>
    <dgm:cxn modelId="{8BAA9198-B3B5-4E0B-B77E-2394341D2DDC}" type="presParOf" srcId="{AA781E79-2C72-4646-9267-D78FF057A72A}" destId="{4C2FB15F-8F2E-446B-84C8-C672B9E3508F}"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1856D5-BC8D-491A-B25D-9816EE15813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43192486-271F-4211-8A8D-ADCB55F96991}">
      <dgm:prSet phldrT="[Text]"/>
      <dgm:spPr/>
      <dgm:t>
        <a:bodyPr/>
        <a:lstStyle/>
        <a:p>
          <a:r>
            <a:rPr lang="en-US" dirty="0"/>
            <a:t>MD (</a:t>
          </a:r>
          <a:r>
            <a:rPr lang="en-US" dirty="0" err="1"/>
            <a:t>Dr</a:t>
          </a:r>
          <a:r>
            <a:rPr lang="en-US" dirty="0"/>
            <a:t> </a:t>
          </a:r>
          <a:r>
            <a:rPr lang="en-US" dirty="0" err="1"/>
            <a:t>Hayder</a:t>
          </a:r>
          <a:r>
            <a:rPr lang="en-US" dirty="0"/>
            <a:t> Aziz)</a:t>
          </a:r>
        </a:p>
      </dgm:t>
    </dgm:pt>
    <dgm:pt modelId="{0BAF5CD5-CFA7-400F-8646-A460E0A0BF42}" type="parTrans" cxnId="{4F01E910-34C8-437F-A424-E156EAC542CD}">
      <dgm:prSet/>
      <dgm:spPr/>
      <dgm:t>
        <a:bodyPr/>
        <a:lstStyle/>
        <a:p>
          <a:endParaRPr lang="en-US"/>
        </a:p>
      </dgm:t>
    </dgm:pt>
    <dgm:pt modelId="{FF002EA7-CC1A-4B8A-8D4D-6BFF99CDD804}" type="sibTrans" cxnId="{4F01E910-34C8-437F-A424-E156EAC542CD}">
      <dgm:prSet/>
      <dgm:spPr/>
      <dgm:t>
        <a:bodyPr/>
        <a:lstStyle/>
        <a:p>
          <a:endParaRPr lang="en-US"/>
        </a:p>
      </dgm:t>
    </dgm:pt>
    <dgm:pt modelId="{7915C445-88C5-481B-8629-1DBCCCEC9472}">
      <dgm:prSet phldrT="[Text]"/>
      <dgm:spPr/>
      <dgm:t>
        <a:bodyPr/>
        <a:lstStyle/>
        <a:p>
          <a:r>
            <a:rPr lang="en-US" dirty="0"/>
            <a:t>VP for Africa (</a:t>
          </a:r>
          <a:r>
            <a:rPr lang="en-US" dirty="0" err="1"/>
            <a:t>Mr</a:t>
          </a:r>
          <a:r>
            <a:rPr lang="en-US" dirty="0"/>
            <a:t> Omar </a:t>
          </a:r>
          <a:r>
            <a:rPr lang="en-US" dirty="0" err="1"/>
            <a:t>Jaf</a:t>
          </a:r>
          <a:r>
            <a:rPr lang="en-US" dirty="0"/>
            <a:t>)</a:t>
          </a:r>
        </a:p>
      </dgm:t>
    </dgm:pt>
    <dgm:pt modelId="{8D307A19-A5B4-485F-91E3-BB2A7A9B4435}" type="parTrans" cxnId="{3AFAEF29-7D07-4156-B921-9B5C7F24D462}">
      <dgm:prSet/>
      <dgm:spPr/>
      <dgm:t>
        <a:bodyPr/>
        <a:lstStyle/>
        <a:p>
          <a:endParaRPr lang="en-US"/>
        </a:p>
      </dgm:t>
    </dgm:pt>
    <dgm:pt modelId="{B2C2AD33-A2F6-4F1E-9FAE-D86CEEE16134}" type="sibTrans" cxnId="{3AFAEF29-7D07-4156-B921-9B5C7F24D462}">
      <dgm:prSet/>
      <dgm:spPr/>
      <dgm:t>
        <a:bodyPr/>
        <a:lstStyle/>
        <a:p>
          <a:endParaRPr lang="en-US"/>
        </a:p>
      </dgm:t>
    </dgm:pt>
    <dgm:pt modelId="{4CF32E6D-2F3B-4F15-B1B3-6A82A9D77058}">
      <dgm:prSet phldrT="[Text]"/>
      <dgm:spPr/>
      <dgm:t>
        <a:bodyPr/>
        <a:lstStyle/>
        <a:p>
          <a:r>
            <a:rPr lang="en-US" dirty="0"/>
            <a:t>VP for Central &amp; Latin America (</a:t>
          </a:r>
          <a:r>
            <a:rPr lang="en-US" dirty="0" err="1"/>
            <a:t>Mr</a:t>
          </a:r>
          <a:r>
            <a:rPr lang="en-US" dirty="0"/>
            <a:t> </a:t>
          </a:r>
          <a:r>
            <a:rPr lang="en-US" dirty="0" err="1"/>
            <a:t>Aysar</a:t>
          </a:r>
          <a:r>
            <a:rPr lang="en-US" dirty="0"/>
            <a:t> Aziz)</a:t>
          </a:r>
        </a:p>
      </dgm:t>
    </dgm:pt>
    <dgm:pt modelId="{D6ABDB5A-93FF-423E-A4B3-6A532EF8B3EF}" type="parTrans" cxnId="{C65D6387-F76E-4DDD-A778-589C831EF747}">
      <dgm:prSet/>
      <dgm:spPr/>
      <dgm:t>
        <a:bodyPr/>
        <a:lstStyle/>
        <a:p>
          <a:endParaRPr lang="en-US"/>
        </a:p>
      </dgm:t>
    </dgm:pt>
    <dgm:pt modelId="{997980F1-6A9A-4A30-83C4-50360ACEB99C}" type="sibTrans" cxnId="{C65D6387-F76E-4DDD-A778-589C831EF747}">
      <dgm:prSet/>
      <dgm:spPr/>
      <dgm:t>
        <a:bodyPr/>
        <a:lstStyle/>
        <a:p>
          <a:endParaRPr lang="en-US"/>
        </a:p>
      </dgm:t>
    </dgm:pt>
    <dgm:pt modelId="{61883CA8-0B98-4DCF-A62D-1E960234D2B1}">
      <dgm:prSet phldrT="[Text]"/>
      <dgm:spPr/>
      <dgm:t>
        <a:bodyPr/>
        <a:lstStyle/>
        <a:p>
          <a:r>
            <a:rPr lang="en-US" dirty="0"/>
            <a:t>Software &amp; Cryptography</a:t>
          </a:r>
        </a:p>
      </dgm:t>
    </dgm:pt>
    <dgm:pt modelId="{144324F5-9A90-40D8-981E-528D3B8DF0A5}" type="parTrans" cxnId="{E88B97F4-158E-42D7-A455-5BD82BAF13D7}">
      <dgm:prSet/>
      <dgm:spPr/>
    </dgm:pt>
    <dgm:pt modelId="{4579E0C5-2462-4BE9-A980-B0833C9A241B}" type="sibTrans" cxnId="{E88B97F4-158E-42D7-A455-5BD82BAF13D7}">
      <dgm:prSet/>
      <dgm:spPr/>
    </dgm:pt>
    <dgm:pt modelId="{CE91BBEB-7CB8-4BBA-9091-A0A8C1F1B062}">
      <dgm:prSet phldrT="[Text]"/>
      <dgm:spPr/>
      <dgm:t>
        <a:bodyPr/>
        <a:lstStyle/>
        <a:p>
          <a:r>
            <a:rPr lang="en-US" dirty="0"/>
            <a:t>Finance (</a:t>
          </a:r>
          <a:r>
            <a:rPr lang="en-US" dirty="0" err="1"/>
            <a:t>Mr</a:t>
          </a:r>
          <a:r>
            <a:rPr lang="en-US" dirty="0"/>
            <a:t> Ong EY Ong)</a:t>
          </a:r>
        </a:p>
      </dgm:t>
    </dgm:pt>
    <dgm:pt modelId="{203ADD7D-1073-4E86-9449-9EE71D12D58D}" type="parTrans" cxnId="{FFF6E68D-9DC4-47B3-B2B2-018A441CC7D8}">
      <dgm:prSet/>
      <dgm:spPr/>
    </dgm:pt>
    <dgm:pt modelId="{E218184A-503E-425F-974A-73D1C59ACD21}" type="sibTrans" cxnId="{FFF6E68D-9DC4-47B3-B2B2-018A441CC7D8}">
      <dgm:prSet/>
      <dgm:spPr/>
    </dgm:pt>
    <dgm:pt modelId="{0DD361F1-EA7C-44C5-8936-E2EF0A7A7C3A}">
      <dgm:prSet phldrT="[Text]"/>
      <dgm:spPr/>
      <dgm:t>
        <a:bodyPr/>
        <a:lstStyle/>
        <a:p>
          <a:r>
            <a:rPr lang="en-US" dirty="0"/>
            <a:t>VP Treasury (TBD)</a:t>
          </a:r>
        </a:p>
      </dgm:t>
    </dgm:pt>
    <dgm:pt modelId="{C9A89A8D-5455-4CCF-9BB2-1383B3D0DFA9}" type="parTrans" cxnId="{016E62C2-1D8B-4D34-B0A5-9C41341DA9D9}">
      <dgm:prSet/>
      <dgm:spPr/>
    </dgm:pt>
    <dgm:pt modelId="{48A7E784-1FB7-4720-A6BD-05E93072BF98}" type="sibTrans" cxnId="{016E62C2-1D8B-4D34-B0A5-9C41341DA9D9}">
      <dgm:prSet/>
      <dgm:spPr/>
    </dgm:pt>
    <dgm:pt modelId="{6E73FE83-A743-49C0-A57C-1532F8582159}">
      <dgm:prSet phldrT="[Text]"/>
      <dgm:spPr/>
      <dgm:t>
        <a:bodyPr/>
        <a:lstStyle/>
        <a:p>
          <a:r>
            <a:rPr lang="en-US" dirty="0"/>
            <a:t>VP for Indian Subcontinent (</a:t>
          </a:r>
          <a:r>
            <a:rPr lang="en-US" dirty="0" err="1"/>
            <a:t>Mr</a:t>
          </a:r>
          <a:r>
            <a:rPr lang="en-US" dirty="0"/>
            <a:t> </a:t>
          </a:r>
          <a:r>
            <a:rPr lang="en-US" dirty="0" err="1"/>
            <a:t>Shardul</a:t>
          </a:r>
          <a:r>
            <a:rPr lang="en-US" dirty="0"/>
            <a:t> </a:t>
          </a:r>
          <a:r>
            <a:rPr lang="en-US" dirty="0" err="1"/>
            <a:t>Shrimani</a:t>
          </a:r>
          <a:r>
            <a:rPr lang="en-US" dirty="0"/>
            <a:t>)</a:t>
          </a:r>
        </a:p>
      </dgm:t>
    </dgm:pt>
    <dgm:pt modelId="{AEE6A57C-99E2-44FE-A9A6-2F5C563F7A30}" type="parTrans" cxnId="{A4B5E0CF-90A7-43F3-92A6-C66A9842D939}">
      <dgm:prSet/>
      <dgm:spPr/>
    </dgm:pt>
    <dgm:pt modelId="{E8385790-4D2C-4239-8C38-6EEE0ECF67DB}" type="sibTrans" cxnId="{A4B5E0CF-90A7-43F3-92A6-C66A9842D939}">
      <dgm:prSet/>
      <dgm:spPr/>
    </dgm:pt>
    <dgm:pt modelId="{C66AA18B-DBD3-4F5F-B666-33BB728299EA}">
      <dgm:prSet phldrT="[Text]"/>
      <dgm:spPr/>
      <dgm:t>
        <a:bodyPr/>
        <a:lstStyle/>
        <a:p>
          <a:r>
            <a:rPr lang="en-US" dirty="0"/>
            <a:t>Marketing (TBD)</a:t>
          </a:r>
          <a:endParaRPr lang="en-US" sz="2600" dirty="0"/>
        </a:p>
      </dgm:t>
    </dgm:pt>
    <dgm:pt modelId="{65D71FF8-7725-4307-AA27-E6E4BC6E0B61}" type="parTrans" cxnId="{500291AE-8DB3-4AB0-92A7-EC13E6AD54BD}">
      <dgm:prSet/>
      <dgm:spPr/>
    </dgm:pt>
    <dgm:pt modelId="{CB34120A-D1CF-483B-AEC3-5B54C07B873F}" type="sibTrans" cxnId="{500291AE-8DB3-4AB0-92A7-EC13E6AD54BD}">
      <dgm:prSet/>
      <dgm:spPr/>
    </dgm:pt>
    <dgm:pt modelId="{4C7DCBEA-1659-4245-91E4-B2421CFB6E0D}">
      <dgm:prSet phldrT="[Text]"/>
      <dgm:spPr/>
      <dgm:t>
        <a:bodyPr/>
        <a:lstStyle/>
        <a:p>
          <a:r>
            <a:rPr lang="en-US" sz="2600" dirty="0"/>
            <a:t>Social Media &amp; Guerilla Marketing</a:t>
          </a:r>
        </a:p>
      </dgm:t>
    </dgm:pt>
    <dgm:pt modelId="{6566B27E-44A6-4593-9D8F-17FF9FC60238}" type="parTrans" cxnId="{0A9C3B77-F541-45E3-9C93-7F296D1DD286}">
      <dgm:prSet/>
      <dgm:spPr/>
    </dgm:pt>
    <dgm:pt modelId="{42960871-6EA5-43A0-A8F9-0D02822F69EC}" type="sibTrans" cxnId="{0A9C3B77-F541-45E3-9C93-7F296D1DD286}">
      <dgm:prSet/>
      <dgm:spPr/>
    </dgm:pt>
    <dgm:pt modelId="{2B2EB352-0EB8-498B-A204-E2D321C23C9C}">
      <dgm:prSet phldrT="[Text]"/>
      <dgm:spPr/>
      <dgm:t>
        <a:bodyPr/>
        <a:lstStyle/>
        <a:p>
          <a:r>
            <a:rPr lang="en-US" sz="2600" dirty="0"/>
            <a:t>Regional Marketing</a:t>
          </a:r>
        </a:p>
      </dgm:t>
    </dgm:pt>
    <dgm:pt modelId="{4F90BB83-0D2A-477D-8AAC-5D2759B12E5F}" type="parTrans" cxnId="{E3107E12-CEA8-44C5-947D-E283D2CDD999}">
      <dgm:prSet/>
      <dgm:spPr/>
    </dgm:pt>
    <dgm:pt modelId="{011C0355-FDA2-49ED-86F8-2CCE4AE31BB7}" type="sibTrans" cxnId="{E3107E12-CEA8-44C5-947D-E283D2CDD999}">
      <dgm:prSet/>
      <dgm:spPr/>
    </dgm:pt>
    <dgm:pt modelId="{C31EE846-E668-4402-906E-CB4882DBF427}">
      <dgm:prSet phldrT="[Text]"/>
      <dgm:spPr/>
      <dgm:t>
        <a:bodyPr/>
        <a:lstStyle/>
        <a:p>
          <a:r>
            <a:rPr lang="en-US" dirty="0"/>
            <a:t>Audit (Independent, TBD)</a:t>
          </a:r>
          <a:endParaRPr lang="en-US" sz="2600" dirty="0"/>
        </a:p>
      </dgm:t>
    </dgm:pt>
    <dgm:pt modelId="{17F6FDF5-6E98-4209-9C3F-1C7E37A5A0AE}" type="parTrans" cxnId="{E08DE5C7-0F24-46FB-9014-9DD00CE3C91E}">
      <dgm:prSet/>
      <dgm:spPr/>
    </dgm:pt>
    <dgm:pt modelId="{EC152FF7-770B-43CC-8FA8-15E03CB124E5}" type="sibTrans" cxnId="{E08DE5C7-0F24-46FB-9014-9DD00CE3C91E}">
      <dgm:prSet/>
      <dgm:spPr/>
    </dgm:pt>
    <dgm:pt modelId="{55A3D928-CD46-4E92-89D3-994A3F203B72}">
      <dgm:prSet phldrT="[Text]"/>
      <dgm:spPr/>
      <dgm:t>
        <a:bodyPr/>
        <a:lstStyle/>
        <a:p>
          <a:r>
            <a:rPr lang="en-US" sz="2600" dirty="0"/>
            <a:t>Treasury</a:t>
          </a:r>
        </a:p>
      </dgm:t>
    </dgm:pt>
    <dgm:pt modelId="{E6D06F71-8DD0-43FF-A641-AED9A0A70276}" type="parTrans" cxnId="{D5F340B0-8479-4200-95F7-57C31F008752}">
      <dgm:prSet/>
      <dgm:spPr/>
    </dgm:pt>
    <dgm:pt modelId="{3ECC5C02-C045-4D60-8E16-5A93F2320EBD}" type="sibTrans" cxnId="{D5F340B0-8479-4200-95F7-57C31F008752}">
      <dgm:prSet/>
      <dgm:spPr/>
    </dgm:pt>
    <dgm:pt modelId="{B04A9E55-E7C8-4BF9-9B23-0941C01C9C32}">
      <dgm:prSet phldrT="[Text]"/>
      <dgm:spPr/>
      <dgm:t>
        <a:bodyPr/>
        <a:lstStyle/>
        <a:p>
          <a:r>
            <a:rPr lang="en-US" sz="2600" dirty="0"/>
            <a:t>Reconciliation </a:t>
          </a:r>
        </a:p>
      </dgm:t>
    </dgm:pt>
    <dgm:pt modelId="{088C887E-B2F6-444C-9B14-CE9342C6583E}" type="parTrans" cxnId="{F4267939-D63F-4CCD-8274-882551C0C353}">
      <dgm:prSet/>
      <dgm:spPr/>
    </dgm:pt>
    <dgm:pt modelId="{99C1BDD5-1A5D-4FD4-A990-28096E6462E5}" type="sibTrans" cxnId="{F4267939-D63F-4CCD-8274-882551C0C353}">
      <dgm:prSet/>
      <dgm:spPr/>
    </dgm:pt>
    <dgm:pt modelId="{FE11DC4D-4720-4BEE-907C-F3CD709376B6}">
      <dgm:prSet phldrT="[Text]"/>
      <dgm:spPr/>
      <dgm:t>
        <a:bodyPr/>
        <a:lstStyle/>
        <a:p>
          <a:r>
            <a:rPr lang="en-US" dirty="0"/>
            <a:t>Front End (Android / IOS / Web)</a:t>
          </a:r>
        </a:p>
      </dgm:t>
    </dgm:pt>
    <dgm:pt modelId="{2008A72A-675A-4B46-B719-D80F38BC7915}" type="parTrans" cxnId="{4993F47A-9B55-4809-87BB-769ED652417E}">
      <dgm:prSet/>
      <dgm:spPr/>
    </dgm:pt>
    <dgm:pt modelId="{E7B442D3-3BAC-464C-9F7C-4F9CFAA4340D}" type="sibTrans" cxnId="{4993F47A-9B55-4809-87BB-769ED652417E}">
      <dgm:prSet/>
      <dgm:spPr/>
    </dgm:pt>
    <dgm:pt modelId="{61B23D73-1D82-4396-8F4B-DC797E199343}">
      <dgm:prSet phldrT="[Text]"/>
      <dgm:spPr/>
      <dgm:t>
        <a:bodyPr/>
        <a:lstStyle/>
        <a:p>
          <a:r>
            <a:rPr lang="en-US" dirty="0"/>
            <a:t>Backend (Database, Cryptography)</a:t>
          </a:r>
        </a:p>
      </dgm:t>
    </dgm:pt>
    <dgm:pt modelId="{6EB48A10-12D3-4572-A999-056589BCF2E8}" type="parTrans" cxnId="{B6CEBD5D-237F-410B-9CF4-34D1857B7591}">
      <dgm:prSet/>
      <dgm:spPr/>
    </dgm:pt>
    <dgm:pt modelId="{B4DD92BA-8A2A-4F58-AF3D-9A12F048EC5A}" type="sibTrans" cxnId="{B6CEBD5D-237F-410B-9CF4-34D1857B7591}">
      <dgm:prSet/>
      <dgm:spPr/>
    </dgm:pt>
    <dgm:pt modelId="{D2447980-807B-48C2-9F6F-EF0853764D7B}">
      <dgm:prSet phldrT="[Text]"/>
      <dgm:spPr/>
      <dgm:t>
        <a:bodyPr/>
        <a:lstStyle/>
        <a:p>
          <a:r>
            <a:rPr lang="en-US" dirty="0"/>
            <a:t>Testing and Audit </a:t>
          </a:r>
        </a:p>
      </dgm:t>
    </dgm:pt>
    <dgm:pt modelId="{82084FDE-0B03-4B35-84A2-51EEF2518D8F}" type="parTrans" cxnId="{9EEE472D-FF82-4482-BDFD-D003929CA1CF}">
      <dgm:prSet/>
      <dgm:spPr/>
    </dgm:pt>
    <dgm:pt modelId="{CD15A985-544F-4217-A57E-2BB6AD8218D1}" type="sibTrans" cxnId="{9EEE472D-FF82-4482-BDFD-D003929CA1CF}">
      <dgm:prSet/>
      <dgm:spPr/>
    </dgm:pt>
    <dgm:pt modelId="{70BC4707-8C97-466D-8DF7-3126FB00F51A}">
      <dgm:prSet phldrT="[Text]"/>
      <dgm:spPr/>
      <dgm:t>
        <a:bodyPr/>
        <a:lstStyle/>
        <a:p>
          <a:r>
            <a:rPr lang="en-US" sz="2600" dirty="0"/>
            <a:t>Payroll</a:t>
          </a:r>
        </a:p>
      </dgm:t>
    </dgm:pt>
    <dgm:pt modelId="{CBE6A693-58F9-4979-9CF4-866B830B6FF7}" type="parTrans" cxnId="{2A7FEAD4-0826-4790-A233-BDF0E59D4E61}">
      <dgm:prSet/>
      <dgm:spPr/>
    </dgm:pt>
    <dgm:pt modelId="{48862971-3D99-44F7-A534-B37AA20E2FA4}" type="sibTrans" cxnId="{2A7FEAD4-0826-4790-A233-BDF0E59D4E61}">
      <dgm:prSet/>
      <dgm:spPr/>
    </dgm:pt>
    <dgm:pt modelId="{1F3EFF4B-C21F-487A-BBAB-D6F218D4E1D1}">
      <dgm:prSet phldrT="[Text]"/>
      <dgm:spPr/>
      <dgm:t>
        <a:bodyPr/>
        <a:lstStyle/>
        <a:p>
          <a:r>
            <a:rPr lang="en-US" sz="2600" dirty="0"/>
            <a:t>Internal Audit</a:t>
          </a:r>
        </a:p>
      </dgm:t>
    </dgm:pt>
    <dgm:pt modelId="{0C5500A1-FB63-495C-83E6-A99E2BC44ACA}" type="parTrans" cxnId="{33700050-B47D-4A8B-82E7-3A99E9E22C50}">
      <dgm:prSet/>
      <dgm:spPr/>
    </dgm:pt>
    <dgm:pt modelId="{5A2B6C47-58B1-4D29-A86A-DBCD773DDBA5}" type="sibTrans" cxnId="{33700050-B47D-4A8B-82E7-3A99E9E22C50}">
      <dgm:prSet/>
      <dgm:spPr/>
    </dgm:pt>
    <dgm:pt modelId="{72C536AB-4B0F-4736-A78B-87BC4C95B70A}">
      <dgm:prSet phldrT="[Text]"/>
      <dgm:spPr/>
      <dgm:t>
        <a:bodyPr/>
        <a:lstStyle/>
        <a:p>
          <a:r>
            <a:rPr lang="en-US" sz="2600" dirty="0"/>
            <a:t>Taxation</a:t>
          </a:r>
        </a:p>
      </dgm:t>
    </dgm:pt>
    <dgm:pt modelId="{2ECC44C1-AAA8-4F9E-9B65-B463A99432AA}" type="parTrans" cxnId="{18008966-E8AC-4031-9E1A-C87259C4DBB2}">
      <dgm:prSet/>
      <dgm:spPr/>
    </dgm:pt>
    <dgm:pt modelId="{E9537BAA-3107-4985-BB3A-EF87A8CF7F46}" type="sibTrans" cxnId="{18008966-E8AC-4031-9E1A-C87259C4DBB2}">
      <dgm:prSet/>
      <dgm:spPr/>
    </dgm:pt>
    <dgm:pt modelId="{E49A9AB7-A661-45BF-9210-6466DFCA7D4F}">
      <dgm:prSet phldrT="[Text]"/>
      <dgm:spPr/>
      <dgm:t>
        <a:bodyPr/>
        <a:lstStyle/>
        <a:p>
          <a:r>
            <a:rPr lang="en-US" sz="2600" dirty="0"/>
            <a:t>Internal Ledger</a:t>
          </a:r>
        </a:p>
      </dgm:t>
    </dgm:pt>
    <dgm:pt modelId="{5EF63781-A5F5-40E7-8C42-E14EDC1A59F1}" type="parTrans" cxnId="{6A571048-01F5-4304-981A-6A3D692D9C0B}">
      <dgm:prSet/>
      <dgm:spPr/>
    </dgm:pt>
    <dgm:pt modelId="{CFC384A4-75E7-4899-A149-986C2F1DDFE3}" type="sibTrans" cxnId="{6A571048-01F5-4304-981A-6A3D692D9C0B}">
      <dgm:prSet/>
      <dgm:spPr/>
    </dgm:pt>
    <dgm:pt modelId="{22CEF8E9-CA96-4A26-81DE-EC98932FEF51}" type="pres">
      <dgm:prSet presAssocID="{311856D5-BC8D-491A-B25D-9816EE158138}" presName="hierChild1" presStyleCnt="0">
        <dgm:presLayoutVars>
          <dgm:orgChart val="1"/>
          <dgm:chPref val="1"/>
          <dgm:dir/>
          <dgm:animOne val="branch"/>
          <dgm:animLvl val="lvl"/>
          <dgm:resizeHandles/>
        </dgm:presLayoutVars>
      </dgm:prSet>
      <dgm:spPr/>
    </dgm:pt>
    <dgm:pt modelId="{54FFDE6F-01F0-4763-AD09-5DD74D90AE2B}" type="pres">
      <dgm:prSet presAssocID="{43192486-271F-4211-8A8D-ADCB55F96991}" presName="hierRoot1" presStyleCnt="0">
        <dgm:presLayoutVars>
          <dgm:hierBranch val="init"/>
        </dgm:presLayoutVars>
      </dgm:prSet>
      <dgm:spPr/>
    </dgm:pt>
    <dgm:pt modelId="{F2DE1427-3BB9-4F70-8318-523A6DB4E02D}" type="pres">
      <dgm:prSet presAssocID="{43192486-271F-4211-8A8D-ADCB55F96991}" presName="rootComposite1" presStyleCnt="0"/>
      <dgm:spPr/>
    </dgm:pt>
    <dgm:pt modelId="{BDFC4B4A-1D5A-4BB2-864F-64BC5B84D20E}" type="pres">
      <dgm:prSet presAssocID="{43192486-271F-4211-8A8D-ADCB55F96991}" presName="rootText1" presStyleLbl="node0" presStyleIdx="0" presStyleCnt="1">
        <dgm:presLayoutVars>
          <dgm:chPref val="3"/>
        </dgm:presLayoutVars>
      </dgm:prSet>
      <dgm:spPr/>
    </dgm:pt>
    <dgm:pt modelId="{CAB6C268-3CDC-4B00-9889-665C5FFA53EF}" type="pres">
      <dgm:prSet presAssocID="{43192486-271F-4211-8A8D-ADCB55F96991}" presName="rootConnector1" presStyleLbl="node1" presStyleIdx="0" presStyleCnt="0"/>
      <dgm:spPr/>
    </dgm:pt>
    <dgm:pt modelId="{B0EAF1AE-A927-4411-8A45-9E4C9ABC365E}" type="pres">
      <dgm:prSet presAssocID="{43192486-271F-4211-8A8D-ADCB55F96991}" presName="hierChild2" presStyleCnt="0"/>
      <dgm:spPr/>
    </dgm:pt>
    <dgm:pt modelId="{50413102-FDE5-4A8B-A826-4228C63DC5A3}" type="pres">
      <dgm:prSet presAssocID="{8D307A19-A5B4-485F-91E3-BB2A7A9B4435}" presName="Name37" presStyleLbl="parChTrans1D2" presStyleIdx="0" presStyleCnt="8"/>
      <dgm:spPr/>
    </dgm:pt>
    <dgm:pt modelId="{2A3158DD-A3A9-426F-B907-5D823A84484D}" type="pres">
      <dgm:prSet presAssocID="{7915C445-88C5-481B-8629-1DBCCCEC9472}" presName="hierRoot2" presStyleCnt="0">
        <dgm:presLayoutVars>
          <dgm:hierBranch val="init"/>
        </dgm:presLayoutVars>
      </dgm:prSet>
      <dgm:spPr/>
    </dgm:pt>
    <dgm:pt modelId="{074BE6FA-7466-43EB-9F85-8BCF59C0BF8D}" type="pres">
      <dgm:prSet presAssocID="{7915C445-88C5-481B-8629-1DBCCCEC9472}" presName="rootComposite" presStyleCnt="0"/>
      <dgm:spPr/>
    </dgm:pt>
    <dgm:pt modelId="{2C3B5979-04CC-463F-BD28-E1813FF877C5}" type="pres">
      <dgm:prSet presAssocID="{7915C445-88C5-481B-8629-1DBCCCEC9472}" presName="rootText" presStyleLbl="node2" presStyleIdx="0" presStyleCnt="8">
        <dgm:presLayoutVars>
          <dgm:chPref val="3"/>
        </dgm:presLayoutVars>
      </dgm:prSet>
      <dgm:spPr/>
    </dgm:pt>
    <dgm:pt modelId="{56E0151A-F046-4270-9EB2-DADF7DC1DE39}" type="pres">
      <dgm:prSet presAssocID="{7915C445-88C5-481B-8629-1DBCCCEC9472}" presName="rootConnector" presStyleLbl="node2" presStyleIdx="0" presStyleCnt="8"/>
      <dgm:spPr/>
    </dgm:pt>
    <dgm:pt modelId="{40AAA3DA-55B2-42F5-A42D-725C509AA815}" type="pres">
      <dgm:prSet presAssocID="{7915C445-88C5-481B-8629-1DBCCCEC9472}" presName="hierChild4" presStyleCnt="0"/>
      <dgm:spPr/>
    </dgm:pt>
    <dgm:pt modelId="{81AE5E9A-D071-4475-BF96-0B664C814360}" type="pres">
      <dgm:prSet presAssocID="{7915C445-88C5-481B-8629-1DBCCCEC9472}" presName="hierChild5" presStyleCnt="0"/>
      <dgm:spPr/>
    </dgm:pt>
    <dgm:pt modelId="{ECEB4350-7A95-41B1-9367-703AC144947D}" type="pres">
      <dgm:prSet presAssocID="{D6ABDB5A-93FF-423E-A4B3-6A532EF8B3EF}" presName="Name37" presStyleLbl="parChTrans1D2" presStyleIdx="1" presStyleCnt="8"/>
      <dgm:spPr/>
    </dgm:pt>
    <dgm:pt modelId="{65D56B4D-CE11-49A7-BC80-FAE1E4211FF1}" type="pres">
      <dgm:prSet presAssocID="{4CF32E6D-2F3B-4F15-B1B3-6A82A9D77058}" presName="hierRoot2" presStyleCnt="0">
        <dgm:presLayoutVars>
          <dgm:hierBranch val="init"/>
        </dgm:presLayoutVars>
      </dgm:prSet>
      <dgm:spPr/>
    </dgm:pt>
    <dgm:pt modelId="{38BD9064-B687-44B4-A218-B0D41C6CA5AD}" type="pres">
      <dgm:prSet presAssocID="{4CF32E6D-2F3B-4F15-B1B3-6A82A9D77058}" presName="rootComposite" presStyleCnt="0"/>
      <dgm:spPr/>
    </dgm:pt>
    <dgm:pt modelId="{E79F5D7F-357B-4888-B6EE-DF6290815460}" type="pres">
      <dgm:prSet presAssocID="{4CF32E6D-2F3B-4F15-B1B3-6A82A9D77058}" presName="rootText" presStyleLbl="node2" presStyleIdx="1" presStyleCnt="8">
        <dgm:presLayoutVars>
          <dgm:chPref val="3"/>
        </dgm:presLayoutVars>
      </dgm:prSet>
      <dgm:spPr/>
    </dgm:pt>
    <dgm:pt modelId="{C9CB13E6-1572-4BE6-B32F-9652DE29D58E}" type="pres">
      <dgm:prSet presAssocID="{4CF32E6D-2F3B-4F15-B1B3-6A82A9D77058}" presName="rootConnector" presStyleLbl="node2" presStyleIdx="1" presStyleCnt="8"/>
      <dgm:spPr/>
    </dgm:pt>
    <dgm:pt modelId="{EDE85E39-8889-4BC8-8273-02112BEEAB59}" type="pres">
      <dgm:prSet presAssocID="{4CF32E6D-2F3B-4F15-B1B3-6A82A9D77058}" presName="hierChild4" presStyleCnt="0"/>
      <dgm:spPr/>
    </dgm:pt>
    <dgm:pt modelId="{5851C065-84BE-4B12-A297-EA6ADCC68B2C}" type="pres">
      <dgm:prSet presAssocID="{4CF32E6D-2F3B-4F15-B1B3-6A82A9D77058}" presName="hierChild5" presStyleCnt="0"/>
      <dgm:spPr/>
    </dgm:pt>
    <dgm:pt modelId="{314FA0ED-B535-46EA-8A46-BBC2136E7806}" type="pres">
      <dgm:prSet presAssocID="{AEE6A57C-99E2-44FE-A9A6-2F5C563F7A30}" presName="Name37" presStyleLbl="parChTrans1D2" presStyleIdx="2" presStyleCnt="8"/>
      <dgm:spPr/>
    </dgm:pt>
    <dgm:pt modelId="{068753FF-A716-48FE-A5EA-B3EE0F4D9FCB}" type="pres">
      <dgm:prSet presAssocID="{6E73FE83-A743-49C0-A57C-1532F8582159}" presName="hierRoot2" presStyleCnt="0">
        <dgm:presLayoutVars>
          <dgm:hierBranch val="init"/>
        </dgm:presLayoutVars>
      </dgm:prSet>
      <dgm:spPr/>
    </dgm:pt>
    <dgm:pt modelId="{65E95559-C229-4C63-9C28-53D132E41E67}" type="pres">
      <dgm:prSet presAssocID="{6E73FE83-A743-49C0-A57C-1532F8582159}" presName="rootComposite" presStyleCnt="0"/>
      <dgm:spPr/>
    </dgm:pt>
    <dgm:pt modelId="{3788242E-36D8-4717-9843-1741EF8ED132}" type="pres">
      <dgm:prSet presAssocID="{6E73FE83-A743-49C0-A57C-1532F8582159}" presName="rootText" presStyleLbl="node2" presStyleIdx="2" presStyleCnt="8">
        <dgm:presLayoutVars>
          <dgm:chPref val="3"/>
        </dgm:presLayoutVars>
      </dgm:prSet>
      <dgm:spPr/>
    </dgm:pt>
    <dgm:pt modelId="{FACEB2CF-479E-4CE6-80D4-CB34F65E0B97}" type="pres">
      <dgm:prSet presAssocID="{6E73FE83-A743-49C0-A57C-1532F8582159}" presName="rootConnector" presStyleLbl="node2" presStyleIdx="2" presStyleCnt="8"/>
      <dgm:spPr/>
    </dgm:pt>
    <dgm:pt modelId="{965C1126-9F40-437D-9561-CBFD7F378A74}" type="pres">
      <dgm:prSet presAssocID="{6E73FE83-A743-49C0-A57C-1532F8582159}" presName="hierChild4" presStyleCnt="0"/>
      <dgm:spPr/>
    </dgm:pt>
    <dgm:pt modelId="{E0858D22-AAA0-4A9D-B284-D26E20B73697}" type="pres">
      <dgm:prSet presAssocID="{6E73FE83-A743-49C0-A57C-1532F8582159}" presName="hierChild5" presStyleCnt="0"/>
      <dgm:spPr/>
    </dgm:pt>
    <dgm:pt modelId="{36B19DB7-F959-4A50-98DD-3E24341BD829}" type="pres">
      <dgm:prSet presAssocID="{203ADD7D-1073-4E86-9449-9EE71D12D58D}" presName="Name37" presStyleLbl="parChTrans1D2" presStyleIdx="3" presStyleCnt="8"/>
      <dgm:spPr/>
    </dgm:pt>
    <dgm:pt modelId="{6D43D578-4775-47A1-99AC-9D15F12798D7}" type="pres">
      <dgm:prSet presAssocID="{CE91BBEB-7CB8-4BBA-9091-A0A8C1F1B062}" presName="hierRoot2" presStyleCnt="0">
        <dgm:presLayoutVars>
          <dgm:hierBranch val="init"/>
        </dgm:presLayoutVars>
      </dgm:prSet>
      <dgm:spPr/>
    </dgm:pt>
    <dgm:pt modelId="{C0D35EF3-8B58-4605-9D17-6D51E12CD734}" type="pres">
      <dgm:prSet presAssocID="{CE91BBEB-7CB8-4BBA-9091-A0A8C1F1B062}" presName="rootComposite" presStyleCnt="0"/>
      <dgm:spPr/>
    </dgm:pt>
    <dgm:pt modelId="{F4DCDEF5-91CE-47AE-B419-DCFBD072A0D9}" type="pres">
      <dgm:prSet presAssocID="{CE91BBEB-7CB8-4BBA-9091-A0A8C1F1B062}" presName="rootText" presStyleLbl="node2" presStyleIdx="3" presStyleCnt="8">
        <dgm:presLayoutVars>
          <dgm:chPref val="3"/>
        </dgm:presLayoutVars>
      </dgm:prSet>
      <dgm:spPr/>
    </dgm:pt>
    <dgm:pt modelId="{B2F27ADE-200E-4CB3-9295-E4B1268E22D7}" type="pres">
      <dgm:prSet presAssocID="{CE91BBEB-7CB8-4BBA-9091-A0A8C1F1B062}" presName="rootConnector" presStyleLbl="node2" presStyleIdx="3" presStyleCnt="8"/>
      <dgm:spPr/>
    </dgm:pt>
    <dgm:pt modelId="{95E0566F-03DF-45B1-A7FC-ECAC77CCE436}" type="pres">
      <dgm:prSet presAssocID="{CE91BBEB-7CB8-4BBA-9091-A0A8C1F1B062}" presName="hierChild4" presStyleCnt="0"/>
      <dgm:spPr/>
    </dgm:pt>
    <dgm:pt modelId="{8A813722-8629-4BB6-91B2-99BB13BCA782}" type="pres">
      <dgm:prSet presAssocID="{5EF63781-A5F5-40E7-8C42-E14EDC1A59F1}" presName="Name37" presStyleLbl="parChTrans1D3" presStyleIdx="0" presStyleCnt="11"/>
      <dgm:spPr/>
    </dgm:pt>
    <dgm:pt modelId="{55378A2C-EE9A-438B-A67D-C2A8F53A581C}" type="pres">
      <dgm:prSet presAssocID="{E49A9AB7-A661-45BF-9210-6466DFCA7D4F}" presName="hierRoot2" presStyleCnt="0">
        <dgm:presLayoutVars>
          <dgm:hierBranch val="init"/>
        </dgm:presLayoutVars>
      </dgm:prSet>
      <dgm:spPr/>
    </dgm:pt>
    <dgm:pt modelId="{EAFC1514-D0E0-4D3F-886B-7B4BF9C56A25}" type="pres">
      <dgm:prSet presAssocID="{E49A9AB7-A661-45BF-9210-6466DFCA7D4F}" presName="rootComposite" presStyleCnt="0"/>
      <dgm:spPr/>
    </dgm:pt>
    <dgm:pt modelId="{C5C15B1E-CA22-4892-8760-E585B075BA6F}" type="pres">
      <dgm:prSet presAssocID="{E49A9AB7-A661-45BF-9210-6466DFCA7D4F}" presName="rootText" presStyleLbl="node3" presStyleIdx="0" presStyleCnt="11">
        <dgm:presLayoutVars>
          <dgm:chPref val="3"/>
        </dgm:presLayoutVars>
      </dgm:prSet>
      <dgm:spPr/>
    </dgm:pt>
    <dgm:pt modelId="{DD449EC2-3221-401E-858D-639705C1B6D2}" type="pres">
      <dgm:prSet presAssocID="{E49A9AB7-A661-45BF-9210-6466DFCA7D4F}" presName="rootConnector" presStyleLbl="node3" presStyleIdx="0" presStyleCnt="11"/>
      <dgm:spPr/>
    </dgm:pt>
    <dgm:pt modelId="{C6CA932B-DF00-4B4C-A868-6A965BCC1547}" type="pres">
      <dgm:prSet presAssocID="{E49A9AB7-A661-45BF-9210-6466DFCA7D4F}" presName="hierChild4" presStyleCnt="0"/>
      <dgm:spPr/>
    </dgm:pt>
    <dgm:pt modelId="{38C439FD-DF5F-4413-A603-D8AB97DFB95B}" type="pres">
      <dgm:prSet presAssocID="{E49A9AB7-A661-45BF-9210-6466DFCA7D4F}" presName="hierChild5" presStyleCnt="0"/>
      <dgm:spPr/>
    </dgm:pt>
    <dgm:pt modelId="{B429FE57-FC45-4E96-A4AE-BC11F8E9D71B}" type="pres">
      <dgm:prSet presAssocID="{CBE6A693-58F9-4979-9CF4-866B830B6FF7}" presName="Name37" presStyleLbl="parChTrans1D3" presStyleIdx="1" presStyleCnt="11"/>
      <dgm:spPr/>
    </dgm:pt>
    <dgm:pt modelId="{5744B511-0660-41CA-97C6-0C7184860248}" type="pres">
      <dgm:prSet presAssocID="{70BC4707-8C97-466D-8DF7-3126FB00F51A}" presName="hierRoot2" presStyleCnt="0">
        <dgm:presLayoutVars>
          <dgm:hierBranch val="init"/>
        </dgm:presLayoutVars>
      </dgm:prSet>
      <dgm:spPr/>
    </dgm:pt>
    <dgm:pt modelId="{EAB51114-D501-4A24-9AFF-B29DE255027D}" type="pres">
      <dgm:prSet presAssocID="{70BC4707-8C97-466D-8DF7-3126FB00F51A}" presName="rootComposite" presStyleCnt="0"/>
      <dgm:spPr/>
    </dgm:pt>
    <dgm:pt modelId="{2B728FF5-929F-4D76-8279-853F437E1BAA}" type="pres">
      <dgm:prSet presAssocID="{70BC4707-8C97-466D-8DF7-3126FB00F51A}" presName="rootText" presStyleLbl="node3" presStyleIdx="1" presStyleCnt="11">
        <dgm:presLayoutVars>
          <dgm:chPref val="3"/>
        </dgm:presLayoutVars>
      </dgm:prSet>
      <dgm:spPr/>
    </dgm:pt>
    <dgm:pt modelId="{826FA0F7-C945-444C-AE69-A3E864E2BF18}" type="pres">
      <dgm:prSet presAssocID="{70BC4707-8C97-466D-8DF7-3126FB00F51A}" presName="rootConnector" presStyleLbl="node3" presStyleIdx="1" presStyleCnt="11"/>
      <dgm:spPr/>
    </dgm:pt>
    <dgm:pt modelId="{4D181FA9-E83A-4BB7-8786-9C4E8F5DB4B7}" type="pres">
      <dgm:prSet presAssocID="{70BC4707-8C97-466D-8DF7-3126FB00F51A}" presName="hierChild4" presStyleCnt="0"/>
      <dgm:spPr/>
    </dgm:pt>
    <dgm:pt modelId="{A066E287-047C-4F95-87C0-3D31B733EEF9}" type="pres">
      <dgm:prSet presAssocID="{70BC4707-8C97-466D-8DF7-3126FB00F51A}" presName="hierChild5" presStyleCnt="0"/>
      <dgm:spPr/>
    </dgm:pt>
    <dgm:pt modelId="{65FE5D7F-7D4F-40F4-A297-814CF3CAC0AC}" type="pres">
      <dgm:prSet presAssocID="{2ECC44C1-AAA8-4F9E-9B65-B463A99432AA}" presName="Name37" presStyleLbl="parChTrans1D3" presStyleIdx="2" presStyleCnt="11"/>
      <dgm:spPr/>
    </dgm:pt>
    <dgm:pt modelId="{9A67EB1E-3B2C-4A88-B4BB-00583C0A5752}" type="pres">
      <dgm:prSet presAssocID="{72C536AB-4B0F-4736-A78B-87BC4C95B70A}" presName="hierRoot2" presStyleCnt="0">
        <dgm:presLayoutVars>
          <dgm:hierBranch val="init"/>
        </dgm:presLayoutVars>
      </dgm:prSet>
      <dgm:spPr/>
    </dgm:pt>
    <dgm:pt modelId="{E5935AD1-3E37-4762-8C3A-CCE9C1545FA3}" type="pres">
      <dgm:prSet presAssocID="{72C536AB-4B0F-4736-A78B-87BC4C95B70A}" presName="rootComposite" presStyleCnt="0"/>
      <dgm:spPr/>
    </dgm:pt>
    <dgm:pt modelId="{486674C8-1945-4BD9-B641-A7077F8960FB}" type="pres">
      <dgm:prSet presAssocID="{72C536AB-4B0F-4736-A78B-87BC4C95B70A}" presName="rootText" presStyleLbl="node3" presStyleIdx="2" presStyleCnt="11">
        <dgm:presLayoutVars>
          <dgm:chPref val="3"/>
        </dgm:presLayoutVars>
      </dgm:prSet>
      <dgm:spPr/>
    </dgm:pt>
    <dgm:pt modelId="{7B7E3DF2-552F-4B23-9F99-3273D76D74F5}" type="pres">
      <dgm:prSet presAssocID="{72C536AB-4B0F-4736-A78B-87BC4C95B70A}" presName="rootConnector" presStyleLbl="node3" presStyleIdx="2" presStyleCnt="11"/>
      <dgm:spPr/>
    </dgm:pt>
    <dgm:pt modelId="{57D41366-78D5-4E41-B0ED-5DACFEABC48B}" type="pres">
      <dgm:prSet presAssocID="{72C536AB-4B0F-4736-A78B-87BC4C95B70A}" presName="hierChild4" presStyleCnt="0"/>
      <dgm:spPr/>
    </dgm:pt>
    <dgm:pt modelId="{B6DB802D-A752-4869-856A-BC40EED270F3}" type="pres">
      <dgm:prSet presAssocID="{72C536AB-4B0F-4736-A78B-87BC4C95B70A}" presName="hierChild5" presStyleCnt="0"/>
      <dgm:spPr/>
    </dgm:pt>
    <dgm:pt modelId="{BCB198F3-E6BA-4DF3-8EE0-904B4EBF2404}" type="pres">
      <dgm:prSet presAssocID="{0C5500A1-FB63-495C-83E6-A99E2BC44ACA}" presName="Name37" presStyleLbl="parChTrans1D3" presStyleIdx="3" presStyleCnt="11"/>
      <dgm:spPr/>
    </dgm:pt>
    <dgm:pt modelId="{364F4082-F693-4D20-975D-35B5B66FB105}" type="pres">
      <dgm:prSet presAssocID="{1F3EFF4B-C21F-487A-BBAB-D6F218D4E1D1}" presName="hierRoot2" presStyleCnt="0">
        <dgm:presLayoutVars>
          <dgm:hierBranch val="init"/>
        </dgm:presLayoutVars>
      </dgm:prSet>
      <dgm:spPr/>
    </dgm:pt>
    <dgm:pt modelId="{052ADC2F-2C29-48BF-92C3-89E44ED9DA7A}" type="pres">
      <dgm:prSet presAssocID="{1F3EFF4B-C21F-487A-BBAB-D6F218D4E1D1}" presName="rootComposite" presStyleCnt="0"/>
      <dgm:spPr/>
    </dgm:pt>
    <dgm:pt modelId="{93D2D6A2-1EA3-43B2-A0FC-0327664C4C71}" type="pres">
      <dgm:prSet presAssocID="{1F3EFF4B-C21F-487A-BBAB-D6F218D4E1D1}" presName="rootText" presStyleLbl="node3" presStyleIdx="3" presStyleCnt="11">
        <dgm:presLayoutVars>
          <dgm:chPref val="3"/>
        </dgm:presLayoutVars>
      </dgm:prSet>
      <dgm:spPr/>
    </dgm:pt>
    <dgm:pt modelId="{DAEC04DD-BB06-4410-A5F9-0CBE1EEAB16A}" type="pres">
      <dgm:prSet presAssocID="{1F3EFF4B-C21F-487A-BBAB-D6F218D4E1D1}" presName="rootConnector" presStyleLbl="node3" presStyleIdx="3" presStyleCnt="11"/>
      <dgm:spPr/>
    </dgm:pt>
    <dgm:pt modelId="{54090AA9-DF9F-4CAD-A007-2B8DACD7A7A4}" type="pres">
      <dgm:prSet presAssocID="{1F3EFF4B-C21F-487A-BBAB-D6F218D4E1D1}" presName="hierChild4" presStyleCnt="0"/>
      <dgm:spPr/>
    </dgm:pt>
    <dgm:pt modelId="{A5F65E77-4B71-4273-996F-C28101FD0296}" type="pres">
      <dgm:prSet presAssocID="{1F3EFF4B-C21F-487A-BBAB-D6F218D4E1D1}" presName="hierChild5" presStyleCnt="0"/>
      <dgm:spPr/>
    </dgm:pt>
    <dgm:pt modelId="{9581C1D8-8352-4EFB-97FC-14A9EE2867DE}" type="pres">
      <dgm:prSet presAssocID="{CE91BBEB-7CB8-4BBA-9091-A0A8C1F1B062}" presName="hierChild5" presStyleCnt="0"/>
      <dgm:spPr/>
    </dgm:pt>
    <dgm:pt modelId="{177C26FC-4959-4554-95F8-A69FB540778B}" type="pres">
      <dgm:prSet presAssocID="{144324F5-9A90-40D8-981E-528D3B8DF0A5}" presName="Name37" presStyleLbl="parChTrans1D2" presStyleIdx="4" presStyleCnt="8"/>
      <dgm:spPr/>
    </dgm:pt>
    <dgm:pt modelId="{141D7D7F-31A7-4973-AA95-304F5E3B34C8}" type="pres">
      <dgm:prSet presAssocID="{61883CA8-0B98-4DCF-A62D-1E960234D2B1}" presName="hierRoot2" presStyleCnt="0">
        <dgm:presLayoutVars>
          <dgm:hierBranch val="init"/>
        </dgm:presLayoutVars>
      </dgm:prSet>
      <dgm:spPr/>
    </dgm:pt>
    <dgm:pt modelId="{928A7651-5FBB-4FE9-8F5A-396B3570A5E8}" type="pres">
      <dgm:prSet presAssocID="{61883CA8-0B98-4DCF-A62D-1E960234D2B1}" presName="rootComposite" presStyleCnt="0"/>
      <dgm:spPr/>
    </dgm:pt>
    <dgm:pt modelId="{5792B3BD-3338-401E-9048-E2A0B58F1377}" type="pres">
      <dgm:prSet presAssocID="{61883CA8-0B98-4DCF-A62D-1E960234D2B1}" presName="rootText" presStyleLbl="node2" presStyleIdx="4" presStyleCnt="8">
        <dgm:presLayoutVars>
          <dgm:chPref val="3"/>
        </dgm:presLayoutVars>
      </dgm:prSet>
      <dgm:spPr/>
    </dgm:pt>
    <dgm:pt modelId="{CC571DD8-E5F3-4FC0-9FCD-D50C66B2483E}" type="pres">
      <dgm:prSet presAssocID="{61883CA8-0B98-4DCF-A62D-1E960234D2B1}" presName="rootConnector" presStyleLbl="node2" presStyleIdx="4" presStyleCnt="8"/>
      <dgm:spPr/>
    </dgm:pt>
    <dgm:pt modelId="{89DE71E9-91E4-4B5E-A6E9-FBD0A6E1E9E5}" type="pres">
      <dgm:prSet presAssocID="{61883CA8-0B98-4DCF-A62D-1E960234D2B1}" presName="hierChild4" presStyleCnt="0"/>
      <dgm:spPr/>
    </dgm:pt>
    <dgm:pt modelId="{A90CAA82-2943-486F-97C5-504C19E43911}" type="pres">
      <dgm:prSet presAssocID="{2008A72A-675A-4B46-B719-D80F38BC7915}" presName="Name37" presStyleLbl="parChTrans1D3" presStyleIdx="4" presStyleCnt="11"/>
      <dgm:spPr/>
    </dgm:pt>
    <dgm:pt modelId="{89911BFB-5849-48B9-8D16-52E7A53CBC1A}" type="pres">
      <dgm:prSet presAssocID="{FE11DC4D-4720-4BEE-907C-F3CD709376B6}" presName="hierRoot2" presStyleCnt="0">
        <dgm:presLayoutVars>
          <dgm:hierBranch val="init"/>
        </dgm:presLayoutVars>
      </dgm:prSet>
      <dgm:spPr/>
    </dgm:pt>
    <dgm:pt modelId="{7D97B4FC-BE52-4C84-87D8-FEDD12E8CB19}" type="pres">
      <dgm:prSet presAssocID="{FE11DC4D-4720-4BEE-907C-F3CD709376B6}" presName="rootComposite" presStyleCnt="0"/>
      <dgm:spPr/>
    </dgm:pt>
    <dgm:pt modelId="{C6FBEE7B-6143-40A6-AB65-75893FEB9EF2}" type="pres">
      <dgm:prSet presAssocID="{FE11DC4D-4720-4BEE-907C-F3CD709376B6}" presName="rootText" presStyleLbl="node3" presStyleIdx="4" presStyleCnt="11">
        <dgm:presLayoutVars>
          <dgm:chPref val="3"/>
        </dgm:presLayoutVars>
      </dgm:prSet>
      <dgm:spPr/>
    </dgm:pt>
    <dgm:pt modelId="{5EC27498-B5B6-45ED-AAFE-78D3FA59253C}" type="pres">
      <dgm:prSet presAssocID="{FE11DC4D-4720-4BEE-907C-F3CD709376B6}" presName="rootConnector" presStyleLbl="node3" presStyleIdx="4" presStyleCnt="11"/>
      <dgm:spPr/>
    </dgm:pt>
    <dgm:pt modelId="{ED04815A-E2FA-42BE-B06A-5E484B5DA9A1}" type="pres">
      <dgm:prSet presAssocID="{FE11DC4D-4720-4BEE-907C-F3CD709376B6}" presName="hierChild4" presStyleCnt="0"/>
      <dgm:spPr/>
    </dgm:pt>
    <dgm:pt modelId="{34894D3A-39D9-42C5-B53D-E099D4BC0E2D}" type="pres">
      <dgm:prSet presAssocID="{FE11DC4D-4720-4BEE-907C-F3CD709376B6}" presName="hierChild5" presStyleCnt="0"/>
      <dgm:spPr/>
    </dgm:pt>
    <dgm:pt modelId="{101F4EF2-4E61-4E76-A620-956492A3691B}" type="pres">
      <dgm:prSet presAssocID="{6EB48A10-12D3-4572-A999-056589BCF2E8}" presName="Name37" presStyleLbl="parChTrans1D3" presStyleIdx="5" presStyleCnt="11"/>
      <dgm:spPr/>
    </dgm:pt>
    <dgm:pt modelId="{60674473-2EF0-4305-BA1E-187DDFEA14E5}" type="pres">
      <dgm:prSet presAssocID="{61B23D73-1D82-4396-8F4B-DC797E199343}" presName="hierRoot2" presStyleCnt="0">
        <dgm:presLayoutVars>
          <dgm:hierBranch val="init"/>
        </dgm:presLayoutVars>
      </dgm:prSet>
      <dgm:spPr/>
    </dgm:pt>
    <dgm:pt modelId="{A2095491-2AF7-4C28-B6FF-D255C63D54B3}" type="pres">
      <dgm:prSet presAssocID="{61B23D73-1D82-4396-8F4B-DC797E199343}" presName="rootComposite" presStyleCnt="0"/>
      <dgm:spPr/>
    </dgm:pt>
    <dgm:pt modelId="{B46FC4CC-1325-4FBB-8526-AE30798E72B2}" type="pres">
      <dgm:prSet presAssocID="{61B23D73-1D82-4396-8F4B-DC797E199343}" presName="rootText" presStyleLbl="node3" presStyleIdx="5" presStyleCnt="11">
        <dgm:presLayoutVars>
          <dgm:chPref val="3"/>
        </dgm:presLayoutVars>
      </dgm:prSet>
      <dgm:spPr/>
    </dgm:pt>
    <dgm:pt modelId="{798A171F-B308-4EB3-8E90-6F6C880E3E3C}" type="pres">
      <dgm:prSet presAssocID="{61B23D73-1D82-4396-8F4B-DC797E199343}" presName="rootConnector" presStyleLbl="node3" presStyleIdx="5" presStyleCnt="11"/>
      <dgm:spPr/>
    </dgm:pt>
    <dgm:pt modelId="{E68B9980-2343-4777-8AC0-FD2DC3B8A9A5}" type="pres">
      <dgm:prSet presAssocID="{61B23D73-1D82-4396-8F4B-DC797E199343}" presName="hierChild4" presStyleCnt="0"/>
      <dgm:spPr/>
    </dgm:pt>
    <dgm:pt modelId="{F7A3F16A-B287-4834-8174-EFF5359804B9}" type="pres">
      <dgm:prSet presAssocID="{61B23D73-1D82-4396-8F4B-DC797E199343}" presName="hierChild5" presStyleCnt="0"/>
      <dgm:spPr/>
    </dgm:pt>
    <dgm:pt modelId="{7E7298EC-4FEC-4B5A-A602-68446CA14B46}" type="pres">
      <dgm:prSet presAssocID="{82084FDE-0B03-4B35-84A2-51EEF2518D8F}" presName="Name37" presStyleLbl="parChTrans1D3" presStyleIdx="6" presStyleCnt="11"/>
      <dgm:spPr/>
    </dgm:pt>
    <dgm:pt modelId="{7796D9C4-174A-4460-922C-D10ABD3C759C}" type="pres">
      <dgm:prSet presAssocID="{D2447980-807B-48C2-9F6F-EF0853764D7B}" presName="hierRoot2" presStyleCnt="0">
        <dgm:presLayoutVars>
          <dgm:hierBranch val="init"/>
        </dgm:presLayoutVars>
      </dgm:prSet>
      <dgm:spPr/>
    </dgm:pt>
    <dgm:pt modelId="{892D5BE6-2425-4FC1-95E9-C3FCB1576BEF}" type="pres">
      <dgm:prSet presAssocID="{D2447980-807B-48C2-9F6F-EF0853764D7B}" presName="rootComposite" presStyleCnt="0"/>
      <dgm:spPr/>
    </dgm:pt>
    <dgm:pt modelId="{F8F64F95-1B22-4743-9DAD-16668864EFE0}" type="pres">
      <dgm:prSet presAssocID="{D2447980-807B-48C2-9F6F-EF0853764D7B}" presName="rootText" presStyleLbl="node3" presStyleIdx="6" presStyleCnt="11">
        <dgm:presLayoutVars>
          <dgm:chPref val="3"/>
        </dgm:presLayoutVars>
      </dgm:prSet>
      <dgm:spPr/>
    </dgm:pt>
    <dgm:pt modelId="{1A642FE7-5B75-486D-871E-D3DB3A2B2D09}" type="pres">
      <dgm:prSet presAssocID="{D2447980-807B-48C2-9F6F-EF0853764D7B}" presName="rootConnector" presStyleLbl="node3" presStyleIdx="6" presStyleCnt="11"/>
      <dgm:spPr/>
    </dgm:pt>
    <dgm:pt modelId="{BE689132-53C3-4F00-8C81-ED15D6506C0B}" type="pres">
      <dgm:prSet presAssocID="{D2447980-807B-48C2-9F6F-EF0853764D7B}" presName="hierChild4" presStyleCnt="0"/>
      <dgm:spPr/>
    </dgm:pt>
    <dgm:pt modelId="{487859DE-70DF-4F0E-990A-CED2F9261870}" type="pres">
      <dgm:prSet presAssocID="{D2447980-807B-48C2-9F6F-EF0853764D7B}" presName="hierChild5" presStyleCnt="0"/>
      <dgm:spPr/>
    </dgm:pt>
    <dgm:pt modelId="{1863E26B-11CD-4D49-8389-136FDB1C41B4}" type="pres">
      <dgm:prSet presAssocID="{61883CA8-0B98-4DCF-A62D-1E960234D2B1}" presName="hierChild5" presStyleCnt="0"/>
      <dgm:spPr/>
    </dgm:pt>
    <dgm:pt modelId="{14B038A7-7F19-4A93-A2DC-524D3B95B92A}" type="pres">
      <dgm:prSet presAssocID="{65D71FF8-7725-4307-AA27-E6E4BC6E0B61}" presName="Name37" presStyleLbl="parChTrans1D2" presStyleIdx="5" presStyleCnt="8"/>
      <dgm:spPr/>
    </dgm:pt>
    <dgm:pt modelId="{B4A79FA3-0513-4232-AFB2-E034D3BA89A1}" type="pres">
      <dgm:prSet presAssocID="{C66AA18B-DBD3-4F5F-B666-33BB728299EA}" presName="hierRoot2" presStyleCnt="0">
        <dgm:presLayoutVars>
          <dgm:hierBranch val="init"/>
        </dgm:presLayoutVars>
      </dgm:prSet>
      <dgm:spPr/>
    </dgm:pt>
    <dgm:pt modelId="{5D224A5B-11C3-401D-AED9-50E188B96D0C}" type="pres">
      <dgm:prSet presAssocID="{C66AA18B-DBD3-4F5F-B666-33BB728299EA}" presName="rootComposite" presStyleCnt="0"/>
      <dgm:spPr/>
    </dgm:pt>
    <dgm:pt modelId="{C424048A-3423-4B1E-8469-3982CEFD17F0}" type="pres">
      <dgm:prSet presAssocID="{C66AA18B-DBD3-4F5F-B666-33BB728299EA}" presName="rootText" presStyleLbl="node2" presStyleIdx="5" presStyleCnt="8">
        <dgm:presLayoutVars>
          <dgm:chPref val="3"/>
        </dgm:presLayoutVars>
      </dgm:prSet>
      <dgm:spPr/>
    </dgm:pt>
    <dgm:pt modelId="{E78B06A7-A890-4BA2-B3BD-572DA24F6975}" type="pres">
      <dgm:prSet presAssocID="{C66AA18B-DBD3-4F5F-B666-33BB728299EA}" presName="rootConnector" presStyleLbl="node2" presStyleIdx="5" presStyleCnt="8"/>
      <dgm:spPr/>
    </dgm:pt>
    <dgm:pt modelId="{A2623933-FB71-462A-9EEB-D4A78E1DADA5}" type="pres">
      <dgm:prSet presAssocID="{C66AA18B-DBD3-4F5F-B666-33BB728299EA}" presName="hierChild4" presStyleCnt="0"/>
      <dgm:spPr/>
    </dgm:pt>
    <dgm:pt modelId="{A693A90D-A56F-4F62-9D5D-7290C9EDB8DC}" type="pres">
      <dgm:prSet presAssocID="{6566B27E-44A6-4593-9D8F-17FF9FC60238}" presName="Name37" presStyleLbl="parChTrans1D3" presStyleIdx="7" presStyleCnt="11"/>
      <dgm:spPr/>
    </dgm:pt>
    <dgm:pt modelId="{F1B42C14-2EED-4893-AF56-7C500433745C}" type="pres">
      <dgm:prSet presAssocID="{4C7DCBEA-1659-4245-91E4-B2421CFB6E0D}" presName="hierRoot2" presStyleCnt="0">
        <dgm:presLayoutVars>
          <dgm:hierBranch val="init"/>
        </dgm:presLayoutVars>
      </dgm:prSet>
      <dgm:spPr/>
    </dgm:pt>
    <dgm:pt modelId="{27CEA18A-B82F-40E7-8195-4D35BE3DD600}" type="pres">
      <dgm:prSet presAssocID="{4C7DCBEA-1659-4245-91E4-B2421CFB6E0D}" presName="rootComposite" presStyleCnt="0"/>
      <dgm:spPr/>
    </dgm:pt>
    <dgm:pt modelId="{CF885D59-8427-41FD-A725-9AFAE9DA2186}" type="pres">
      <dgm:prSet presAssocID="{4C7DCBEA-1659-4245-91E4-B2421CFB6E0D}" presName="rootText" presStyleLbl="node3" presStyleIdx="7" presStyleCnt="11">
        <dgm:presLayoutVars>
          <dgm:chPref val="3"/>
        </dgm:presLayoutVars>
      </dgm:prSet>
      <dgm:spPr/>
    </dgm:pt>
    <dgm:pt modelId="{9B4A27E0-2C51-407E-A643-29152B66C4F7}" type="pres">
      <dgm:prSet presAssocID="{4C7DCBEA-1659-4245-91E4-B2421CFB6E0D}" presName="rootConnector" presStyleLbl="node3" presStyleIdx="7" presStyleCnt="11"/>
      <dgm:spPr/>
    </dgm:pt>
    <dgm:pt modelId="{AD66E15F-E3EF-47C5-B534-76B90C28EEFF}" type="pres">
      <dgm:prSet presAssocID="{4C7DCBEA-1659-4245-91E4-B2421CFB6E0D}" presName="hierChild4" presStyleCnt="0"/>
      <dgm:spPr/>
    </dgm:pt>
    <dgm:pt modelId="{CD78707D-B47E-420C-A56D-673A7EB451DD}" type="pres">
      <dgm:prSet presAssocID="{4C7DCBEA-1659-4245-91E4-B2421CFB6E0D}" presName="hierChild5" presStyleCnt="0"/>
      <dgm:spPr/>
    </dgm:pt>
    <dgm:pt modelId="{7E3BC616-B553-425F-8CB1-969C6ED9ADCE}" type="pres">
      <dgm:prSet presAssocID="{4F90BB83-0D2A-477D-8AAC-5D2759B12E5F}" presName="Name37" presStyleLbl="parChTrans1D3" presStyleIdx="8" presStyleCnt="11"/>
      <dgm:spPr/>
    </dgm:pt>
    <dgm:pt modelId="{3F8A2E3A-0ED9-46FE-BE10-FFF69A9344B2}" type="pres">
      <dgm:prSet presAssocID="{2B2EB352-0EB8-498B-A204-E2D321C23C9C}" presName="hierRoot2" presStyleCnt="0">
        <dgm:presLayoutVars>
          <dgm:hierBranch val="init"/>
        </dgm:presLayoutVars>
      </dgm:prSet>
      <dgm:spPr/>
    </dgm:pt>
    <dgm:pt modelId="{80000E46-267D-4C00-9C0D-6E1CB8EFF8F0}" type="pres">
      <dgm:prSet presAssocID="{2B2EB352-0EB8-498B-A204-E2D321C23C9C}" presName="rootComposite" presStyleCnt="0"/>
      <dgm:spPr/>
    </dgm:pt>
    <dgm:pt modelId="{77BD78FC-52FC-4FAD-A019-B89872F012BD}" type="pres">
      <dgm:prSet presAssocID="{2B2EB352-0EB8-498B-A204-E2D321C23C9C}" presName="rootText" presStyleLbl="node3" presStyleIdx="8" presStyleCnt="11">
        <dgm:presLayoutVars>
          <dgm:chPref val="3"/>
        </dgm:presLayoutVars>
      </dgm:prSet>
      <dgm:spPr/>
    </dgm:pt>
    <dgm:pt modelId="{5F4D1AD7-3FFE-420E-A0A6-3D2D354052B0}" type="pres">
      <dgm:prSet presAssocID="{2B2EB352-0EB8-498B-A204-E2D321C23C9C}" presName="rootConnector" presStyleLbl="node3" presStyleIdx="8" presStyleCnt="11"/>
      <dgm:spPr/>
    </dgm:pt>
    <dgm:pt modelId="{6EC35B08-CACE-499A-B21B-59E0A89B9AFB}" type="pres">
      <dgm:prSet presAssocID="{2B2EB352-0EB8-498B-A204-E2D321C23C9C}" presName="hierChild4" presStyleCnt="0"/>
      <dgm:spPr/>
    </dgm:pt>
    <dgm:pt modelId="{635C69F4-B2BF-43F1-9DFB-6891AFFF6EE5}" type="pres">
      <dgm:prSet presAssocID="{2B2EB352-0EB8-498B-A204-E2D321C23C9C}" presName="hierChild5" presStyleCnt="0"/>
      <dgm:spPr/>
    </dgm:pt>
    <dgm:pt modelId="{78E5C9DF-98E1-4914-9D05-EC3602F24A17}" type="pres">
      <dgm:prSet presAssocID="{C66AA18B-DBD3-4F5F-B666-33BB728299EA}" presName="hierChild5" presStyleCnt="0"/>
      <dgm:spPr/>
    </dgm:pt>
    <dgm:pt modelId="{76BE8BFF-900A-47EA-A259-D33F7C97A673}" type="pres">
      <dgm:prSet presAssocID="{C9A89A8D-5455-4CCF-9BB2-1383B3D0DFA9}" presName="Name37" presStyleLbl="parChTrans1D2" presStyleIdx="6" presStyleCnt="8"/>
      <dgm:spPr/>
    </dgm:pt>
    <dgm:pt modelId="{CDE45EB9-8E5D-47E3-A596-503D2E992503}" type="pres">
      <dgm:prSet presAssocID="{0DD361F1-EA7C-44C5-8936-E2EF0A7A7C3A}" presName="hierRoot2" presStyleCnt="0">
        <dgm:presLayoutVars>
          <dgm:hierBranch val="init"/>
        </dgm:presLayoutVars>
      </dgm:prSet>
      <dgm:spPr/>
    </dgm:pt>
    <dgm:pt modelId="{CC886889-3D94-4D17-A196-D0712ED788E4}" type="pres">
      <dgm:prSet presAssocID="{0DD361F1-EA7C-44C5-8936-E2EF0A7A7C3A}" presName="rootComposite" presStyleCnt="0"/>
      <dgm:spPr/>
    </dgm:pt>
    <dgm:pt modelId="{A2CB6B5E-86A3-4928-B29A-B3310EBB5748}" type="pres">
      <dgm:prSet presAssocID="{0DD361F1-EA7C-44C5-8936-E2EF0A7A7C3A}" presName="rootText" presStyleLbl="node2" presStyleIdx="6" presStyleCnt="8">
        <dgm:presLayoutVars>
          <dgm:chPref val="3"/>
        </dgm:presLayoutVars>
      </dgm:prSet>
      <dgm:spPr/>
    </dgm:pt>
    <dgm:pt modelId="{4AEBF0BA-1B10-45AD-93F0-105CC5A47A7D}" type="pres">
      <dgm:prSet presAssocID="{0DD361F1-EA7C-44C5-8936-E2EF0A7A7C3A}" presName="rootConnector" presStyleLbl="node2" presStyleIdx="6" presStyleCnt="8"/>
      <dgm:spPr/>
    </dgm:pt>
    <dgm:pt modelId="{50EEF538-79B3-40D9-975B-358853CB4C07}" type="pres">
      <dgm:prSet presAssocID="{0DD361F1-EA7C-44C5-8936-E2EF0A7A7C3A}" presName="hierChild4" presStyleCnt="0"/>
      <dgm:spPr/>
    </dgm:pt>
    <dgm:pt modelId="{B8DA7295-BF33-4086-8D62-9FB89D422436}" type="pres">
      <dgm:prSet presAssocID="{E6D06F71-8DD0-43FF-A641-AED9A0A70276}" presName="Name37" presStyleLbl="parChTrans1D3" presStyleIdx="9" presStyleCnt="11"/>
      <dgm:spPr/>
    </dgm:pt>
    <dgm:pt modelId="{341B2094-B090-4156-89F1-A6BA8AD7ABE9}" type="pres">
      <dgm:prSet presAssocID="{55A3D928-CD46-4E92-89D3-994A3F203B72}" presName="hierRoot2" presStyleCnt="0">
        <dgm:presLayoutVars>
          <dgm:hierBranch val="init"/>
        </dgm:presLayoutVars>
      </dgm:prSet>
      <dgm:spPr/>
    </dgm:pt>
    <dgm:pt modelId="{56C323C9-3F83-4E70-9BFC-409AD266E188}" type="pres">
      <dgm:prSet presAssocID="{55A3D928-CD46-4E92-89D3-994A3F203B72}" presName="rootComposite" presStyleCnt="0"/>
      <dgm:spPr/>
    </dgm:pt>
    <dgm:pt modelId="{F558C2BA-E17F-4DA2-8CEC-B39C32191223}" type="pres">
      <dgm:prSet presAssocID="{55A3D928-CD46-4E92-89D3-994A3F203B72}" presName="rootText" presStyleLbl="node3" presStyleIdx="9" presStyleCnt="11">
        <dgm:presLayoutVars>
          <dgm:chPref val="3"/>
        </dgm:presLayoutVars>
      </dgm:prSet>
      <dgm:spPr/>
    </dgm:pt>
    <dgm:pt modelId="{8A86DDC8-9B33-4C05-A397-76CE6A7D1C93}" type="pres">
      <dgm:prSet presAssocID="{55A3D928-CD46-4E92-89D3-994A3F203B72}" presName="rootConnector" presStyleLbl="node3" presStyleIdx="9" presStyleCnt="11"/>
      <dgm:spPr/>
    </dgm:pt>
    <dgm:pt modelId="{83B3E6FC-AD4D-4EB7-8F65-5A95A13D4052}" type="pres">
      <dgm:prSet presAssocID="{55A3D928-CD46-4E92-89D3-994A3F203B72}" presName="hierChild4" presStyleCnt="0"/>
      <dgm:spPr/>
    </dgm:pt>
    <dgm:pt modelId="{6DDB160C-8154-43FD-A23F-4B4B6DCF4C79}" type="pres">
      <dgm:prSet presAssocID="{55A3D928-CD46-4E92-89D3-994A3F203B72}" presName="hierChild5" presStyleCnt="0"/>
      <dgm:spPr/>
    </dgm:pt>
    <dgm:pt modelId="{2F01364F-688A-4DB8-B1C2-EE7A807EA7F1}" type="pres">
      <dgm:prSet presAssocID="{088C887E-B2F6-444C-9B14-CE9342C6583E}" presName="Name37" presStyleLbl="parChTrans1D3" presStyleIdx="10" presStyleCnt="11"/>
      <dgm:spPr/>
    </dgm:pt>
    <dgm:pt modelId="{96B6E67B-50EC-4242-B8D1-CD9612C3CDD1}" type="pres">
      <dgm:prSet presAssocID="{B04A9E55-E7C8-4BF9-9B23-0941C01C9C32}" presName="hierRoot2" presStyleCnt="0">
        <dgm:presLayoutVars>
          <dgm:hierBranch val="init"/>
        </dgm:presLayoutVars>
      </dgm:prSet>
      <dgm:spPr/>
    </dgm:pt>
    <dgm:pt modelId="{10EAB388-2E6D-48D3-B25A-48A53293765E}" type="pres">
      <dgm:prSet presAssocID="{B04A9E55-E7C8-4BF9-9B23-0941C01C9C32}" presName="rootComposite" presStyleCnt="0"/>
      <dgm:spPr/>
    </dgm:pt>
    <dgm:pt modelId="{562E765D-3AB1-4A6E-A4EF-E4DFF8071D88}" type="pres">
      <dgm:prSet presAssocID="{B04A9E55-E7C8-4BF9-9B23-0941C01C9C32}" presName="rootText" presStyleLbl="node3" presStyleIdx="10" presStyleCnt="11">
        <dgm:presLayoutVars>
          <dgm:chPref val="3"/>
        </dgm:presLayoutVars>
      </dgm:prSet>
      <dgm:spPr/>
    </dgm:pt>
    <dgm:pt modelId="{B5A03873-DFEF-4CB3-B785-5BA62BD26019}" type="pres">
      <dgm:prSet presAssocID="{B04A9E55-E7C8-4BF9-9B23-0941C01C9C32}" presName="rootConnector" presStyleLbl="node3" presStyleIdx="10" presStyleCnt="11"/>
      <dgm:spPr/>
    </dgm:pt>
    <dgm:pt modelId="{BA3D40EC-D5B0-4CDB-98C1-E0589E7C20A6}" type="pres">
      <dgm:prSet presAssocID="{B04A9E55-E7C8-4BF9-9B23-0941C01C9C32}" presName="hierChild4" presStyleCnt="0"/>
      <dgm:spPr/>
    </dgm:pt>
    <dgm:pt modelId="{1FC47C4D-488B-4B5E-8C30-6AA654F55A20}" type="pres">
      <dgm:prSet presAssocID="{B04A9E55-E7C8-4BF9-9B23-0941C01C9C32}" presName="hierChild5" presStyleCnt="0"/>
      <dgm:spPr/>
    </dgm:pt>
    <dgm:pt modelId="{9612FDBB-EC1D-4591-8B20-313395EBCDE2}" type="pres">
      <dgm:prSet presAssocID="{0DD361F1-EA7C-44C5-8936-E2EF0A7A7C3A}" presName="hierChild5" presStyleCnt="0"/>
      <dgm:spPr/>
    </dgm:pt>
    <dgm:pt modelId="{3CAAED00-FD7E-4757-9615-C835436C5EB8}" type="pres">
      <dgm:prSet presAssocID="{17F6FDF5-6E98-4209-9C3F-1C7E37A5A0AE}" presName="Name37" presStyleLbl="parChTrans1D2" presStyleIdx="7" presStyleCnt="8"/>
      <dgm:spPr/>
    </dgm:pt>
    <dgm:pt modelId="{6FB7800A-8643-4961-928B-C77C0B2455D7}" type="pres">
      <dgm:prSet presAssocID="{C31EE846-E668-4402-906E-CB4882DBF427}" presName="hierRoot2" presStyleCnt="0">
        <dgm:presLayoutVars>
          <dgm:hierBranch val="init"/>
        </dgm:presLayoutVars>
      </dgm:prSet>
      <dgm:spPr/>
    </dgm:pt>
    <dgm:pt modelId="{7651E4BF-FFEF-4F66-974D-C6C1C7835EAE}" type="pres">
      <dgm:prSet presAssocID="{C31EE846-E668-4402-906E-CB4882DBF427}" presName="rootComposite" presStyleCnt="0"/>
      <dgm:spPr/>
    </dgm:pt>
    <dgm:pt modelId="{8C2BB98E-9202-4D91-AE84-B1BF444126CD}" type="pres">
      <dgm:prSet presAssocID="{C31EE846-E668-4402-906E-CB4882DBF427}" presName="rootText" presStyleLbl="node2" presStyleIdx="7" presStyleCnt="8">
        <dgm:presLayoutVars>
          <dgm:chPref val="3"/>
        </dgm:presLayoutVars>
      </dgm:prSet>
      <dgm:spPr/>
    </dgm:pt>
    <dgm:pt modelId="{90FF1E2F-24BD-4AEE-B91A-BEC7AC242778}" type="pres">
      <dgm:prSet presAssocID="{C31EE846-E668-4402-906E-CB4882DBF427}" presName="rootConnector" presStyleLbl="node2" presStyleIdx="7" presStyleCnt="8"/>
      <dgm:spPr/>
    </dgm:pt>
    <dgm:pt modelId="{29866225-894C-4C7A-AFAF-7473ADBB3F09}" type="pres">
      <dgm:prSet presAssocID="{C31EE846-E668-4402-906E-CB4882DBF427}" presName="hierChild4" presStyleCnt="0"/>
      <dgm:spPr/>
    </dgm:pt>
    <dgm:pt modelId="{14D37F98-AB1C-4688-BEC8-31CBE8275138}" type="pres">
      <dgm:prSet presAssocID="{C31EE846-E668-4402-906E-CB4882DBF427}" presName="hierChild5" presStyleCnt="0"/>
      <dgm:spPr/>
    </dgm:pt>
    <dgm:pt modelId="{C7C8D526-9653-4CAF-AE97-6BA20FB0E287}" type="pres">
      <dgm:prSet presAssocID="{43192486-271F-4211-8A8D-ADCB55F96991}" presName="hierChild3" presStyleCnt="0"/>
      <dgm:spPr/>
    </dgm:pt>
  </dgm:ptLst>
  <dgm:cxnLst>
    <dgm:cxn modelId="{38C33CF5-E4D3-4DF7-BCA4-52643CF046E6}" type="presOf" srcId="{088C887E-B2F6-444C-9B14-CE9342C6583E}" destId="{2F01364F-688A-4DB8-B1C2-EE7A807EA7F1}" srcOrd="0" destOrd="0" presId="urn:microsoft.com/office/officeart/2005/8/layout/orgChart1"/>
    <dgm:cxn modelId="{FFF6E68D-9DC4-47B3-B2B2-018A441CC7D8}" srcId="{43192486-271F-4211-8A8D-ADCB55F96991}" destId="{CE91BBEB-7CB8-4BBA-9091-A0A8C1F1B062}" srcOrd="3" destOrd="0" parTransId="{203ADD7D-1073-4E86-9449-9EE71D12D58D}" sibTransId="{E218184A-503E-425F-974A-73D1C59ACD21}"/>
    <dgm:cxn modelId="{F55E5DBE-1E9E-46FF-89B2-DD0BC2CAE9B4}" type="presOf" srcId="{4C7DCBEA-1659-4245-91E4-B2421CFB6E0D}" destId="{CF885D59-8427-41FD-A725-9AFAE9DA2186}" srcOrd="0" destOrd="0" presId="urn:microsoft.com/office/officeart/2005/8/layout/orgChart1"/>
    <dgm:cxn modelId="{F2B68CB8-C871-4C9A-A3E6-C2DBE3F99277}" type="presOf" srcId="{FE11DC4D-4720-4BEE-907C-F3CD709376B6}" destId="{5EC27498-B5B6-45ED-AAFE-78D3FA59253C}" srcOrd="1" destOrd="0" presId="urn:microsoft.com/office/officeart/2005/8/layout/orgChart1"/>
    <dgm:cxn modelId="{BE808A42-CB91-4764-B82C-50ADA707292D}" type="presOf" srcId="{2B2EB352-0EB8-498B-A204-E2D321C23C9C}" destId="{5F4D1AD7-3FFE-420E-A0A6-3D2D354052B0}" srcOrd="1" destOrd="0" presId="urn:microsoft.com/office/officeart/2005/8/layout/orgChart1"/>
    <dgm:cxn modelId="{C272F28D-B5BB-4903-A039-8403AA86264E}" type="presOf" srcId="{7915C445-88C5-481B-8629-1DBCCCEC9472}" destId="{2C3B5979-04CC-463F-BD28-E1813FF877C5}" srcOrd="0" destOrd="0" presId="urn:microsoft.com/office/officeart/2005/8/layout/orgChart1"/>
    <dgm:cxn modelId="{9EE6185B-90B9-4848-97B1-B39B862A7C53}" type="presOf" srcId="{C31EE846-E668-4402-906E-CB4882DBF427}" destId="{90FF1E2F-24BD-4AEE-B91A-BEC7AC242778}" srcOrd="1" destOrd="0" presId="urn:microsoft.com/office/officeart/2005/8/layout/orgChart1"/>
    <dgm:cxn modelId="{AB847ED0-8DAD-477F-A24A-CD849B5BEDE6}" type="presOf" srcId="{144324F5-9A90-40D8-981E-528D3B8DF0A5}" destId="{177C26FC-4959-4554-95F8-A69FB540778B}" srcOrd="0" destOrd="0" presId="urn:microsoft.com/office/officeart/2005/8/layout/orgChart1"/>
    <dgm:cxn modelId="{EACC3784-37A5-4D24-9F1F-992612F98ED2}" type="presOf" srcId="{E6D06F71-8DD0-43FF-A641-AED9A0A70276}" destId="{B8DA7295-BF33-4086-8D62-9FB89D422436}" srcOrd="0" destOrd="0" presId="urn:microsoft.com/office/officeart/2005/8/layout/orgChart1"/>
    <dgm:cxn modelId="{E01A86E6-9B7B-4E97-B769-1806D1C9E287}" type="presOf" srcId="{C66AA18B-DBD3-4F5F-B666-33BB728299EA}" destId="{E78B06A7-A890-4BA2-B3BD-572DA24F6975}" srcOrd="1" destOrd="0" presId="urn:microsoft.com/office/officeart/2005/8/layout/orgChart1"/>
    <dgm:cxn modelId="{C6E54E5D-17F7-48FE-9EDB-DFCBFA87408C}" type="presOf" srcId="{6E73FE83-A743-49C0-A57C-1532F8582159}" destId="{FACEB2CF-479E-4CE6-80D4-CB34F65E0B97}" srcOrd="1" destOrd="0" presId="urn:microsoft.com/office/officeart/2005/8/layout/orgChart1"/>
    <dgm:cxn modelId="{2A7FEAD4-0826-4790-A233-BDF0E59D4E61}" srcId="{CE91BBEB-7CB8-4BBA-9091-A0A8C1F1B062}" destId="{70BC4707-8C97-466D-8DF7-3126FB00F51A}" srcOrd="1" destOrd="0" parTransId="{CBE6A693-58F9-4979-9CF4-866B830B6FF7}" sibTransId="{48862971-3D99-44F7-A534-B37AA20E2FA4}"/>
    <dgm:cxn modelId="{25D2B083-17E6-4B86-9496-7EB8F676AE84}" type="presOf" srcId="{6566B27E-44A6-4593-9D8F-17FF9FC60238}" destId="{A693A90D-A56F-4F62-9D5D-7290C9EDB8DC}" srcOrd="0" destOrd="0" presId="urn:microsoft.com/office/officeart/2005/8/layout/orgChart1"/>
    <dgm:cxn modelId="{40BECF7A-E686-44D9-8DF6-37EDCE233652}" type="presOf" srcId="{FE11DC4D-4720-4BEE-907C-F3CD709376B6}" destId="{C6FBEE7B-6143-40A6-AB65-75893FEB9EF2}" srcOrd="0" destOrd="0" presId="urn:microsoft.com/office/officeart/2005/8/layout/orgChart1"/>
    <dgm:cxn modelId="{24B214A7-8433-4EBE-953A-4AC3D130F675}" type="presOf" srcId="{4CF32E6D-2F3B-4F15-B1B3-6A82A9D77058}" destId="{E79F5D7F-357B-4888-B6EE-DF6290815460}" srcOrd="0" destOrd="0" presId="urn:microsoft.com/office/officeart/2005/8/layout/orgChart1"/>
    <dgm:cxn modelId="{2BB997C8-8F31-4CD7-909B-F4885E0A54F5}" type="presOf" srcId="{61883CA8-0B98-4DCF-A62D-1E960234D2B1}" destId="{CC571DD8-E5F3-4FC0-9FCD-D50C66B2483E}" srcOrd="1" destOrd="0" presId="urn:microsoft.com/office/officeart/2005/8/layout/orgChart1"/>
    <dgm:cxn modelId="{F9F870A7-E028-4AE9-86EF-5E6A2E814AD4}" type="presOf" srcId="{43192486-271F-4211-8A8D-ADCB55F96991}" destId="{CAB6C268-3CDC-4B00-9889-665C5FFA53EF}" srcOrd="1" destOrd="0" presId="urn:microsoft.com/office/officeart/2005/8/layout/orgChart1"/>
    <dgm:cxn modelId="{E12B30C1-7288-4EF9-A68F-C9A1120C6A7A}" type="presOf" srcId="{8D307A19-A5B4-485F-91E3-BB2A7A9B4435}" destId="{50413102-FDE5-4A8B-A826-4228C63DC5A3}" srcOrd="0" destOrd="0" presId="urn:microsoft.com/office/officeart/2005/8/layout/orgChart1"/>
    <dgm:cxn modelId="{7C51ADAD-EF56-499F-A5ED-D9EBAB511C56}" type="presOf" srcId="{2B2EB352-0EB8-498B-A204-E2D321C23C9C}" destId="{77BD78FC-52FC-4FAD-A019-B89872F012BD}" srcOrd="0" destOrd="0" presId="urn:microsoft.com/office/officeart/2005/8/layout/orgChart1"/>
    <dgm:cxn modelId="{4769BFAE-10D4-4220-937B-C5D8A4D45712}" type="presOf" srcId="{55A3D928-CD46-4E92-89D3-994A3F203B72}" destId="{8A86DDC8-9B33-4C05-A397-76CE6A7D1C93}" srcOrd="1" destOrd="0" presId="urn:microsoft.com/office/officeart/2005/8/layout/orgChart1"/>
    <dgm:cxn modelId="{B6CEBD5D-237F-410B-9CF4-34D1857B7591}" srcId="{61883CA8-0B98-4DCF-A62D-1E960234D2B1}" destId="{61B23D73-1D82-4396-8F4B-DC797E199343}" srcOrd="1" destOrd="0" parTransId="{6EB48A10-12D3-4572-A999-056589BCF2E8}" sibTransId="{B4DD92BA-8A2A-4F58-AF3D-9A12F048EC5A}"/>
    <dgm:cxn modelId="{CA506291-D877-4230-8CD0-37E809E82B67}" type="presOf" srcId="{72C536AB-4B0F-4736-A78B-87BC4C95B70A}" destId="{7B7E3DF2-552F-4B23-9F99-3273D76D74F5}" srcOrd="1" destOrd="0" presId="urn:microsoft.com/office/officeart/2005/8/layout/orgChart1"/>
    <dgm:cxn modelId="{C4635AC6-5183-4386-BC8C-EFD4BF72B9F7}" type="presOf" srcId="{0DD361F1-EA7C-44C5-8936-E2EF0A7A7C3A}" destId="{4AEBF0BA-1B10-45AD-93F0-105CC5A47A7D}" srcOrd="1" destOrd="0" presId="urn:microsoft.com/office/officeart/2005/8/layout/orgChart1"/>
    <dgm:cxn modelId="{C50C3238-15A3-448B-845C-912077065BF3}" type="presOf" srcId="{CE91BBEB-7CB8-4BBA-9091-A0A8C1F1B062}" destId="{F4DCDEF5-91CE-47AE-B419-DCFBD072A0D9}" srcOrd="0" destOrd="0" presId="urn:microsoft.com/office/officeart/2005/8/layout/orgChart1"/>
    <dgm:cxn modelId="{016E62C2-1D8B-4D34-B0A5-9C41341DA9D9}" srcId="{43192486-271F-4211-8A8D-ADCB55F96991}" destId="{0DD361F1-EA7C-44C5-8936-E2EF0A7A7C3A}" srcOrd="6" destOrd="0" parTransId="{C9A89A8D-5455-4CCF-9BB2-1383B3D0DFA9}" sibTransId="{48A7E784-1FB7-4720-A6BD-05E93072BF98}"/>
    <dgm:cxn modelId="{EBCCAE8C-821B-41F5-B593-04C53B0B0D9E}" type="presOf" srcId="{E49A9AB7-A661-45BF-9210-6466DFCA7D4F}" destId="{DD449EC2-3221-401E-858D-639705C1B6D2}" srcOrd="1" destOrd="0" presId="urn:microsoft.com/office/officeart/2005/8/layout/orgChart1"/>
    <dgm:cxn modelId="{852452A9-F3F0-443B-8910-674670064CCB}" type="presOf" srcId="{AEE6A57C-99E2-44FE-A9A6-2F5C563F7A30}" destId="{314FA0ED-B535-46EA-8A46-BBC2136E7806}" srcOrd="0" destOrd="0" presId="urn:microsoft.com/office/officeart/2005/8/layout/orgChart1"/>
    <dgm:cxn modelId="{A3EA566C-7789-43E1-868A-6FAF2E6B28C1}" type="presOf" srcId="{1F3EFF4B-C21F-487A-BBAB-D6F218D4E1D1}" destId="{93D2D6A2-1EA3-43B2-A0FC-0327664C4C71}" srcOrd="0" destOrd="0" presId="urn:microsoft.com/office/officeart/2005/8/layout/orgChart1"/>
    <dgm:cxn modelId="{08EDB187-D63C-4D9E-B688-D2BA6092D404}" type="presOf" srcId="{5EF63781-A5F5-40E7-8C42-E14EDC1A59F1}" destId="{8A813722-8629-4BB6-91B2-99BB13BCA782}" srcOrd="0" destOrd="0" presId="urn:microsoft.com/office/officeart/2005/8/layout/orgChart1"/>
    <dgm:cxn modelId="{669D4343-0206-4D05-BEF5-E09BA0991139}" type="presOf" srcId="{4C7DCBEA-1659-4245-91E4-B2421CFB6E0D}" destId="{9B4A27E0-2C51-407E-A643-29152B66C4F7}" srcOrd="1" destOrd="0" presId="urn:microsoft.com/office/officeart/2005/8/layout/orgChart1"/>
    <dgm:cxn modelId="{C7E9B12B-7817-40B5-A995-9EE241CECFE5}" type="presOf" srcId="{43192486-271F-4211-8A8D-ADCB55F96991}" destId="{BDFC4B4A-1D5A-4BB2-864F-64BC5B84D20E}" srcOrd="0" destOrd="0" presId="urn:microsoft.com/office/officeart/2005/8/layout/orgChart1"/>
    <dgm:cxn modelId="{210A8214-C514-48E9-8849-5FBD81C2917E}" type="presOf" srcId="{D2447980-807B-48C2-9F6F-EF0853764D7B}" destId="{1A642FE7-5B75-486D-871E-D3DB3A2B2D09}" srcOrd="1" destOrd="0" presId="urn:microsoft.com/office/officeart/2005/8/layout/orgChart1"/>
    <dgm:cxn modelId="{60DA3E19-137D-444A-B5D8-B607DA135C09}" type="presOf" srcId="{70BC4707-8C97-466D-8DF7-3126FB00F51A}" destId="{2B728FF5-929F-4D76-8279-853F437E1BAA}" srcOrd="0" destOrd="0" presId="urn:microsoft.com/office/officeart/2005/8/layout/orgChart1"/>
    <dgm:cxn modelId="{EEA9520E-AF25-4D50-8B43-37BE4E046586}" type="presOf" srcId="{55A3D928-CD46-4E92-89D3-994A3F203B72}" destId="{F558C2BA-E17F-4DA2-8CEC-B39C32191223}" srcOrd="0" destOrd="0" presId="urn:microsoft.com/office/officeart/2005/8/layout/orgChart1"/>
    <dgm:cxn modelId="{84C08EFE-72AC-487B-AAE2-0031AB510677}" type="presOf" srcId="{17F6FDF5-6E98-4209-9C3F-1C7E37A5A0AE}" destId="{3CAAED00-FD7E-4757-9615-C835436C5EB8}" srcOrd="0" destOrd="0" presId="urn:microsoft.com/office/officeart/2005/8/layout/orgChart1"/>
    <dgm:cxn modelId="{9678AA16-F878-4AE9-A52F-45761974DBDA}" type="presOf" srcId="{203ADD7D-1073-4E86-9449-9EE71D12D58D}" destId="{36B19DB7-F959-4A50-98DD-3E24341BD829}" srcOrd="0" destOrd="0" presId="urn:microsoft.com/office/officeart/2005/8/layout/orgChart1"/>
    <dgm:cxn modelId="{7C03B276-4848-43D2-9FC8-ADBFBD1A5A8A}" type="presOf" srcId="{1F3EFF4B-C21F-487A-BBAB-D6F218D4E1D1}" destId="{DAEC04DD-BB06-4410-A5F9-0CBE1EEAB16A}" srcOrd="1" destOrd="0" presId="urn:microsoft.com/office/officeart/2005/8/layout/orgChart1"/>
    <dgm:cxn modelId="{6A571048-01F5-4304-981A-6A3D692D9C0B}" srcId="{CE91BBEB-7CB8-4BBA-9091-A0A8C1F1B062}" destId="{E49A9AB7-A661-45BF-9210-6466DFCA7D4F}" srcOrd="0" destOrd="0" parTransId="{5EF63781-A5F5-40E7-8C42-E14EDC1A59F1}" sibTransId="{CFC384A4-75E7-4899-A149-986C2F1DDFE3}"/>
    <dgm:cxn modelId="{21E38197-B52C-4959-8727-6424A3465FDF}" type="presOf" srcId="{B04A9E55-E7C8-4BF9-9B23-0941C01C9C32}" destId="{562E765D-3AB1-4A6E-A4EF-E4DFF8071D88}" srcOrd="0" destOrd="0" presId="urn:microsoft.com/office/officeart/2005/8/layout/orgChart1"/>
    <dgm:cxn modelId="{500291AE-8DB3-4AB0-92A7-EC13E6AD54BD}" srcId="{43192486-271F-4211-8A8D-ADCB55F96991}" destId="{C66AA18B-DBD3-4F5F-B666-33BB728299EA}" srcOrd="5" destOrd="0" parTransId="{65D71FF8-7725-4307-AA27-E6E4BC6E0B61}" sibTransId="{CB34120A-D1CF-483B-AEC3-5B54C07B873F}"/>
    <dgm:cxn modelId="{0A9C3B77-F541-45E3-9C93-7F296D1DD286}" srcId="{C66AA18B-DBD3-4F5F-B666-33BB728299EA}" destId="{4C7DCBEA-1659-4245-91E4-B2421CFB6E0D}" srcOrd="0" destOrd="0" parTransId="{6566B27E-44A6-4593-9D8F-17FF9FC60238}" sibTransId="{42960871-6EA5-43A0-A8F9-0D02822F69EC}"/>
    <dgm:cxn modelId="{44C9B203-054E-4296-AB71-A8FF15294D8F}" type="presOf" srcId="{7915C445-88C5-481B-8629-1DBCCCEC9472}" destId="{56E0151A-F046-4270-9EB2-DADF7DC1DE39}" srcOrd="1" destOrd="0" presId="urn:microsoft.com/office/officeart/2005/8/layout/orgChart1"/>
    <dgm:cxn modelId="{3AFAEF29-7D07-4156-B921-9B5C7F24D462}" srcId="{43192486-271F-4211-8A8D-ADCB55F96991}" destId="{7915C445-88C5-481B-8629-1DBCCCEC9472}" srcOrd="0" destOrd="0" parTransId="{8D307A19-A5B4-485F-91E3-BB2A7A9B4435}" sibTransId="{B2C2AD33-A2F6-4F1E-9FAE-D86CEEE16134}"/>
    <dgm:cxn modelId="{5CC8C123-E956-4161-A804-1E16091B8409}" type="presOf" srcId="{2ECC44C1-AAA8-4F9E-9B65-B463A99432AA}" destId="{65FE5D7F-7D4F-40F4-A297-814CF3CAC0AC}" srcOrd="0" destOrd="0" presId="urn:microsoft.com/office/officeart/2005/8/layout/orgChart1"/>
    <dgm:cxn modelId="{F29FA76D-061D-4BC4-846C-DCB493064D7E}" type="presOf" srcId="{2008A72A-675A-4B46-B719-D80F38BC7915}" destId="{A90CAA82-2943-486F-97C5-504C19E43911}" srcOrd="0" destOrd="0" presId="urn:microsoft.com/office/officeart/2005/8/layout/orgChart1"/>
    <dgm:cxn modelId="{C8C01D32-CDAE-4649-84B5-6B741B89DB11}" type="presOf" srcId="{61B23D73-1D82-4396-8F4B-DC797E199343}" destId="{798A171F-B308-4EB3-8E90-6F6C880E3E3C}" srcOrd="1" destOrd="0" presId="urn:microsoft.com/office/officeart/2005/8/layout/orgChart1"/>
    <dgm:cxn modelId="{18008966-E8AC-4031-9E1A-C87259C4DBB2}" srcId="{CE91BBEB-7CB8-4BBA-9091-A0A8C1F1B062}" destId="{72C536AB-4B0F-4736-A78B-87BC4C95B70A}" srcOrd="2" destOrd="0" parTransId="{2ECC44C1-AAA8-4F9E-9B65-B463A99432AA}" sibTransId="{E9537BAA-3107-4985-BB3A-EF87A8CF7F46}"/>
    <dgm:cxn modelId="{C7C08B7D-B730-4742-A439-85BB4BF9E387}" type="presOf" srcId="{4F90BB83-0D2A-477D-8AAC-5D2759B12E5F}" destId="{7E3BC616-B553-425F-8CB1-969C6ED9ADCE}" srcOrd="0" destOrd="0" presId="urn:microsoft.com/office/officeart/2005/8/layout/orgChart1"/>
    <dgm:cxn modelId="{E08DE5C7-0F24-46FB-9014-9DD00CE3C91E}" srcId="{43192486-271F-4211-8A8D-ADCB55F96991}" destId="{C31EE846-E668-4402-906E-CB4882DBF427}" srcOrd="7" destOrd="0" parTransId="{17F6FDF5-6E98-4209-9C3F-1C7E37A5A0AE}" sibTransId="{EC152FF7-770B-43CC-8FA8-15E03CB124E5}"/>
    <dgm:cxn modelId="{C65D6387-F76E-4DDD-A778-589C831EF747}" srcId="{43192486-271F-4211-8A8D-ADCB55F96991}" destId="{4CF32E6D-2F3B-4F15-B1B3-6A82A9D77058}" srcOrd="1" destOrd="0" parTransId="{D6ABDB5A-93FF-423E-A4B3-6A532EF8B3EF}" sibTransId="{997980F1-6A9A-4A30-83C4-50360ACEB99C}"/>
    <dgm:cxn modelId="{ED6EFC4F-14FC-4F26-8794-E4058A7BDB4A}" type="presOf" srcId="{C9A89A8D-5455-4CCF-9BB2-1383B3D0DFA9}" destId="{76BE8BFF-900A-47EA-A259-D33F7C97A673}" srcOrd="0" destOrd="0" presId="urn:microsoft.com/office/officeart/2005/8/layout/orgChart1"/>
    <dgm:cxn modelId="{A4B5E0CF-90A7-43F3-92A6-C66A9842D939}" srcId="{43192486-271F-4211-8A8D-ADCB55F96991}" destId="{6E73FE83-A743-49C0-A57C-1532F8582159}" srcOrd="2" destOrd="0" parTransId="{AEE6A57C-99E2-44FE-A9A6-2F5C563F7A30}" sibTransId="{E8385790-4D2C-4239-8C38-6EEE0ECF67DB}"/>
    <dgm:cxn modelId="{864427D8-CB2C-4C0B-BFDC-B3DB584A39C7}" type="presOf" srcId="{0C5500A1-FB63-495C-83E6-A99E2BC44ACA}" destId="{BCB198F3-E6BA-4DF3-8EE0-904B4EBF2404}" srcOrd="0" destOrd="0" presId="urn:microsoft.com/office/officeart/2005/8/layout/orgChart1"/>
    <dgm:cxn modelId="{AE3536F5-9A12-45C4-A2E4-63EE034699B1}" type="presOf" srcId="{CBE6A693-58F9-4979-9CF4-866B830B6FF7}" destId="{B429FE57-FC45-4E96-A4AE-BC11F8E9D71B}" srcOrd="0" destOrd="0" presId="urn:microsoft.com/office/officeart/2005/8/layout/orgChart1"/>
    <dgm:cxn modelId="{F4267939-D63F-4CCD-8274-882551C0C353}" srcId="{0DD361F1-EA7C-44C5-8936-E2EF0A7A7C3A}" destId="{B04A9E55-E7C8-4BF9-9B23-0941C01C9C32}" srcOrd="1" destOrd="0" parTransId="{088C887E-B2F6-444C-9B14-CE9342C6583E}" sibTransId="{99C1BDD5-1A5D-4FD4-A990-28096E6462E5}"/>
    <dgm:cxn modelId="{794040C9-07DE-4975-8419-36EED74733C8}" type="presOf" srcId="{70BC4707-8C97-466D-8DF7-3126FB00F51A}" destId="{826FA0F7-C945-444C-AE69-A3E864E2BF18}" srcOrd="1" destOrd="0" presId="urn:microsoft.com/office/officeart/2005/8/layout/orgChart1"/>
    <dgm:cxn modelId="{3A90D3F7-E61B-4CE0-868F-46EB94C23C3E}" type="presOf" srcId="{CE91BBEB-7CB8-4BBA-9091-A0A8C1F1B062}" destId="{B2F27ADE-200E-4CB3-9295-E4B1268E22D7}" srcOrd="1" destOrd="0" presId="urn:microsoft.com/office/officeart/2005/8/layout/orgChart1"/>
    <dgm:cxn modelId="{33700050-B47D-4A8B-82E7-3A99E9E22C50}" srcId="{CE91BBEB-7CB8-4BBA-9091-A0A8C1F1B062}" destId="{1F3EFF4B-C21F-487A-BBAB-D6F218D4E1D1}" srcOrd="3" destOrd="0" parTransId="{0C5500A1-FB63-495C-83E6-A99E2BC44ACA}" sibTransId="{5A2B6C47-58B1-4D29-A86A-DBCD773DDBA5}"/>
    <dgm:cxn modelId="{7FEAB1E3-6B48-4332-A706-95B97D0CE481}" type="presOf" srcId="{6E73FE83-A743-49C0-A57C-1532F8582159}" destId="{3788242E-36D8-4717-9843-1741EF8ED132}" srcOrd="0" destOrd="0" presId="urn:microsoft.com/office/officeart/2005/8/layout/orgChart1"/>
    <dgm:cxn modelId="{B7D860E1-A241-47DB-82CB-4B29280877CC}" type="presOf" srcId="{65D71FF8-7725-4307-AA27-E6E4BC6E0B61}" destId="{14B038A7-7F19-4A93-A2DC-524D3B95B92A}" srcOrd="0" destOrd="0" presId="urn:microsoft.com/office/officeart/2005/8/layout/orgChart1"/>
    <dgm:cxn modelId="{45654BA7-6B9E-4FE2-B4BA-097673D7B9CE}" type="presOf" srcId="{4CF32E6D-2F3B-4F15-B1B3-6A82A9D77058}" destId="{C9CB13E6-1572-4BE6-B32F-9652DE29D58E}" srcOrd="1" destOrd="0" presId="urn:microsoft.com/office/officeart/2005/8/layout/orgChart1"/>
    <dgm:cxn modelId="{E3107E12-CEA8-44C5-947D-E283D2CDD999}" srcId="{C66AA18B-DBD3-4F5F-B666-33BB728299EA}" destId="{2B2EB352-0EB8-498B-A204-E2D321C23C9C}" srcOrd="1" destOrd="0" parTransId="{4F90BB83-0D2A-477D-8AAC-5D2759B12E5F}" sibTransId="{011C0355-FDA2-49ED-86F8-2CCE4AE31BB7}"/>
    <dgm:cxn modelId="{18F5CAD0-A7F6-4049-BC78-2FF638301441}" type="presOf" srcId="{82084FDE-0B03-4B35-84A2-51EEF2518D8F}" destId="{7E7298EC-4FEC-4B5A-A602-68446CA14B46}" srcOrd="0" destOrd="0" presId="urn:microsoft.com/office/officeart/2005/8/layout/orgChart1"/>
    <dgm:cxn modelId="{DB765583-450F-44B8-94A0-648E30EFFDD6}" type="presOf" srcId="{61B23D73-1D82-4396-8F4B-DC797E199343}" destId="{B46FC4CC-1325-4FBB-8526-AE30798E72B2}" srcOrd="0" destOrd="0" presId="urn:microsoft.com/office/officeart/2005/8/layout/orgChart1"/>
    <dgm:cxn modelId="{8AF53174-C373-47DD-8948-FD297CF2C7E6}" type="presOf" srcId="{311856D5-BC8D-491A-B25D-9816EE158138}" destId="{22CEF8E9-CA96-4A26-81DE-EC98932FEF51}" srcOrd="0" destOrd="0" presId="urn:microsoft.com/office/officeart/2005/8/layout/orgChart1"/>
    <dgm:cxn modelId="{48089C5C-85CF-4152-9A24-7B61A56B923F}" type="presOf" srcId="{D6ABDB5A-93FF-423E-A4B3-6A532EF8B3EF}" destId="{ECEB4350-7A95-41B1-9367-703AC144947D}" srcOrd="0" destOrd="0" presId="urn:microsoft.com/office/officeart/2005/8/layout/orgChart1"/>
    <dgm:cxn modelId="{0AE1C405-080A-4D13-8743-71B8CD30050B}" type="presOf" srcId="{72C536AB-4B0F-4736-A78B-87BC4C95B70A}" destId="{486674C8-1945-4BD9-B641-A7077F8960FB}" srcOrd="0" destOrd="0" presId="urn:microsoft.com/office/officeart/2005/8/layout/orgChart1"/>
    <dgm:cxn modelId="{15D68AAC-D929-4BEA-BC0B-37FAA12061D2}" type="presOf" srcId="{B04A9E55-E7C8-4BF9-9B23-0941C01C9C32}" destId="{B5A03873-DFEF-4CB3-B785-5BA62BD26019}" srcOrd="1" destOrd="0" presId="urn:microsoft.com/office/officeart/2005/8/layout/orgChart1"/>
    <dgm:cxn modelId="{9EEE472D-FF82-4482-BDFD-D003929CA1CF}" srcId="{61883CA8-0B98-4DCF-A62D-1E960234D2B1}" destId="{D2447980-807B-48C2-9F6F-EF0853764D7B}" srcOrd="2" destOrd="0" parTransId="{82084FDE-0B03-4B35-84A2-51EEF2518D8F}" sibTransId="{CD15A985-544F-4217-A57E-2BB6AD8218D1}"/>
    <dgm:cxn modelId="{4F01E910-34C8-437F-A424-E156EAC542CD}" srcId="{311856D5-BC8D-491A-B25D-9816EE158138}" destId="{43192486-271F-4211-8A8D-ADCB55F96991}" srcOrd="0" destOrd="0" parTransId="{0BAF5CD5-CFA7-400F-8646-A460E0A0BF42}" sibTransId="{FF002EA7-CC1A-4B8A-8D4D-6BFF99CDD804}"/>
    <dgm:cxn modelId="{4993F47A-9B55-4809-87BB-769ED652417E}" srcId="{61883CA8-0B98-4DCF-A62D-1E960234D2B1}" destId="{FE11DC4D-4720-4BEE-907C-F3CD709376B6}" srcOrd="0" destOrd="0" parTransId="{2008A72A-675A-4B46-B719-D80F38BC7915}" sibTransId="{E7B442D3-3BAC-464C-9F7C-4F9CFAA4340D}"/>
    <dgm:cxn modelId="{B52DB6F5-AA3E-49D3-BB59-8AF7C77B3C56}" type="presOf" srcId="{D2447980-807B-48C2-9F6F-EF0853764D7B}" destId="{F8F64F95-1B22-4743-9DAD-16668864EFE0}" srcOrd="0" destOrd="0" presId="urn:microsoft.com/office/officeart/2005/8/layout/orgChart1"/>
    <dgm:cxn modelId="{E8D6556E-A09F-4C89-8DD5-FFA5D013F7B2}" type="presOf" srcId="{0DD361F1-EA7C-44C5-8936-E2EF0A7A7C3A}" destId="{A2CB6B5E-86A3-4928-B29A-B3310EBB5748}" srcOrd="0" destOrd="0" presId="urn:microsoft.com/office/officeart/2005/8/layout/orgChart1"/>
    <dgm:cxn modelId="{B5718CDE-6BB6-45BF-BF02-F7209A2E7407}" type="presOf" srcId="{E49A9AB7-A661-45BF-9210-6466DFCA7D4F}" destId="{C5C15B1E-CA22-4892-8760-E585B075BA6F}" srcOrd="0" destOrd="0" presId="urn:microsoft.com/office/officeart/2005/8/layout/orgChart1"/>
    <dgm:cxn modelId="{96575C5E-70B0-4088-9AD9-0671F0C5D6C7}" type="presOf" srcId="{C31EE846-E668-4402-906E-CB4882DBF427}" destId="{8C2BB98E-9202-4D91-AE84-B1BF444126CD}" srcOrd="0" destOrd="0" presId="urn:microsoft.com/office/officeart/2005/8/layout/orgChart1"/>
    <dgm:cxn modelId="{CE0917C1-C3A9-4D61-80E8-DCD32AE1F52A}" type="presOf" srcId="{6EB48A10-12D3-4572-A999-056589BCF2E8}" destId="{101F4EF2-4E61-4E76-A620-956492A3691B}" srcOrd="0" destOrd="0" presId="urn:microsoft.com/office/officeart/2005/8/layout/orgChart1"/>
    <dgm:cxn modelId="{4AEE998E-3638-4D60-98CD-254FDCF55C5E}" type="presOf" srcId="{C66AA18B-DBD3-4F5F-B666-33BB728299EA}" destId="{C424048A-3423-4B1E-8469-3982CEFD17F0}" srcOrd="0" destOrd="0" presId="urn:microsoft.com/office/officeart/2005/8/layout/orgChart1"/>
    <dgm:cxn modelId="{E88B97F4-158E-42D7-A455-5BD82BAF13D7}" srcId="{43192486-271F-4211-8A8D-ADCB55F96991}" destId="{61883CA8-0B98-4DCF-A62D-1E960234D2B1}" srcOrd="4" destOrd="0" parTransId="{144324F5-9A90-40D8-981E-528D3B8DF0A5}" sibTransId="{4579E0C5-2462-4BE9-A980-B0833C9A241B}"/>
    <dgm:cxn modelId="{D5F340B0-8479-4200-95F7-57C31F008752}" srcId="{0DD361F1-EA7C-44C5-8936-E2EF0A7A7C3A}" destId="{55A3D928-CD46-4E92-89D3-994A3F203B72}" srcOrd="0" destOrd="0" parTransId="{E6D06F71-8DD0-43FF-A641-AED9A0A70276}" sibTransId="{3ECC5C02-C045-4D60-8E16-5A93F2320EBD}"/>
    <dgm:cxn modelId="{1AA9354E-7734-4BE2-8353-2862C9741288}" type="presOf" srcId="{61883CA8-0B98-4DCF-A62D-1E960234D2B1}" destId="{5792B3BD-3338-401E-9048-E2A0B58F1377}" srcOrd="0" destOrd="0" presId="urn:microsoft.com/office/officeart/2005/8/layout/orgChart1"/>
    <dgm:cxn modelId="{973CB302-B6B5-47C5-AA8C-224AFCA1A43C}" type="presParOf" srcId="{22CEF8E9-CA96-4A26-81DE-EC98932FEF51}" destId="{54FFDE6F-01F0-4763-AD09-5DD74D90AE2B}" srcOrd="0" destOrd="0" presId="urn:microsoft.com/office/officeart/2005/8/layout/orgChart1"/>
    <dgm:cxn modelId="{CB50A100-1BD1-4700-A7AF-69637BCB3F70}" type="presParOf" srcId="{54FFDE6F-01F0-4763-AD09-5DD74D90AE2B}" destId="{F2DE1427-3BB9-4F70-8318-523A6DB4E02D}" srcOrd="0" destOrd="0" presId="urn:microsoft.com/office/officeart/2005/8/layout/orgChart1"/>
    <dgm:cxn modelId="{C41C1B4E-E9A8-47C9-9C9B-B3AEDD421BE2}" type="presParOf" srcId="{F2DE1427-3BB9-4F70-8318-523A6DB4E02D}" destId="{BDFC4B4A-1D5A-4BB2-864F-64BC5B84D20E}" srcOrd="0" destOrd="0" presId="urn:microsoft.com/office/officeart/2005/8/layout/orgChart1"/>
    <dgm:cxn modelId="{65EE498A-9E39-437D-9B34-2F6F9E1FFA67}" type="presParOf" srcId="{F2DE1427-3BB9-4F70-8318-523A6DB4E02D}" destId="{CAB6C268-3CDC-4B00-9889-665C5FFA53EF}" srcOrd="1" destOrd="0" presId="urn:microsoft.com/office/officeart/2005/8/layout/orgChart1"/>
    <dgm:cxn modelId="{3646FBF6-5423-47BF-A1E0-7A261B7CC70C}" type="presParOf" srcId="{54FFDE6F-01F0-4763-AD09-5DD74D90AE2B}" destId="{B0EAF1AE-A927-4411-8A45-9E4C9ABC365E}" srcOrd="1" destOrd="0" presId="urn:microsoft.com/office/officeart/2005/8/layout/orgChart1"/>
    <dgm:cxn modelId="{565AD114-180A-4232-9FDB-E898663393E6}" type="presParOf" srcId="{B0EAF1AE-A927-4411-8A45-9E4C9ABC365E}" destId="{50413102-FDE5-4A8B-A826-4228C63DC5A3}" srcOrd="0" destOrd="0" presId="urn:microsoft.com/office/officeart/2005/8/layout/orgChart1"/>
    <dgm:cxn modelId="{00074536-CC9B-4DFE-8420-2E2D687AFC60}" type="presParOf" srcId="{B0EAF1AE-A927-4411-8A45-9E4C9ABC365E}" destId="{2A3158DD-A3A9-426F-B907-5D823A84484D}" srcOrd="1" destOrd="0" presId="urn:microsoft.com/office/officeart/2005/8/layout/orgChart1"/>
    <dgm:cxn modelId="{122ABE1C-87AD-469C-82B6-4E76BD706257}" type="presParOf" srcId="{2A3158DD-A3A9-426F-B907-5D823A84484D}" destId="{074BE6FA-7466-43EB-9F85-8BCF59C0BF8D}" srcOrd="0" destOrd="0" presId="urn:microsoft.com/office/officeart/2005/8/layout/orgChart1"/>
    <dgm:cxn modelId="{9A18B091-0716-454A-8288-00571D2D174E}" type="presParOf" srcId="{074BE6FA-7466-43EB-9F85-8BCF59C0BF8D}" destId="{2C3B5979-04CC-463F-BD28-E1813FF877C5}" srcOrd="0" destOrd="0" presId="urn:microsoft.com/office/officeart/2005/8/layout/orgChart1"/>
    <dgm:cxn modelId="{EBCDECC3-FACF-4D14-876F-9B22D960948F}" type="presParOf" srcId="{074BE6FA-7466-43EB-9F85-8BCF59C0BF8D}" destId="{56E0151A-F046-4270-9EB2-DADF7DC1DE39}" srcOrd="1" destOrd="0" presId="urn:microsoft.com/office/officeart/2005/8/layout/orgChart1"/>
    <dgm:cxn modelId="{E13A57C7-B443-4A45-A0A7-9D35A51EB276}" type="presParOf" srcId="{2A3158DD-A3A9-426F-B907-5D823A84484D}" destId="{40AAA3DA-55B2-42F5-A42D-725C509AA815}" srcOrd="1" destOrd="0" presId="urn:microsoft.com/office/officeart/2005/8/layout/orgChart1"/>
    <dgm:cxn modelId="{92FA6365-F21F-426A-8D2A-48E414545499}" type="presParOf" srcId="{2A3158DD-A3A9-426F-B907-5D823A84484D}" destId="{81AE5E9A-D071-4475-BF96-0B664C814360}" srcOrd="2" destOrd="0" presId="urn:microsoft.com/office/officeart/2005/8/layout/orgChart1"/>
    <dgm:cxn modelId="{69C0B8BC-F158-47C7-BA9B-77EE8C4C0E11}" type="presParOf" srcId="{B0EAF1AE-A927-4411-8A45-9E4C9ABC365E}" destId="{ECEB4350-7A95-41B1-9367-703AC144947D}" srcOrd="2" destOrd="0" presId="urn:microsoft.com/office/officeart/2005/8/layout/orgChart1"/>
    <dgm:cxn modelId="{BF69D9F0-1E26-45D8-93A9-FF893BC869AE}" type="presParOf" srcId="{B0EAF1AE-A927-4411-8A45-9E4C9ABC365E}" destId="{65D56B4D-CE11-49A7-BC80-FAE1E4211FF1}" srcOrd="3" destOrd="0" presId="urn:microsoft.com/office/officeart/2005/8/layout/orgChart1"/>
    <dgm:cxn modelId="{E9EB58C7-A086-4FD4-A3DC-DDF697AB85CC}" type="presParOf" srcId="{65D56B4D-CE11-49A7-BC80-FAE1E4211FF1}" destId="{38BD9064-B687-44B4-A218-B0D41C6CA5AD}" srcOrd="0" destOrd="0" presId="urn:microsoft.com/office/officeart/2005/8/layout/orgChart1"/>
    <dgm:cxn modelId="{87746C86-BE5D-4494-B76D-81C909FDCCF8}" type="presParOf" srcId="{38BD9064-B687-44B4-A218-B0D41C6CA5AD}" destId="{E79F5D7F-357B-4888-B6EE-DF6290815460}" srcOrd="0" destOrd="0" presId="urn:microsoft.com/office/officeart/2005/8/layout/orgChart1"/>
    <dgm:cxn modelId="{A5B559D2-363F-4A0A-87C2-873E1E588F6A}" type="presParOf" srcId="{38BD9064-B687-44B4-A218-B0D41C6CA5AD}" destId="{C9CB13E6-1572-4BE6-B32F-9652DE29D58E}" srcOrd="1" destOrd="0" presId="urn:microsoft.com/office/officeart/2005/8/layout/orgChart1"/>
    <dgm:cxn modelId="{B906BF22-D2B5-488F-A2C8-40E46C20D17A}" type="presParOf" srcId="{65D56B4D-CE11-49A7-BC80-FAE1E4211FF1}" destId="{EDE85E39-8889-4BC8-8273-02112BEEAB59}" srcOrd="1" destOrd="0" presId="urn:microsoft.com/office/officeart/2005/8/layout/orgChart1"/>
    <dgm:cxn modelId="{214E0A88-C15E-45F8-AE7B-E1F2C56F53D6}" type="presParOf" srcId="{65D56B4D-CE11-49A7-BC80-FAE1E4211FF1}" destId="{5851C065-84BE-4B12-A297-EA6ADCC68B2C}" srcOrd="2" destOrd="0" presId="urn:microsoft.com/office/officeart/2005/8/layout/orgChart1"/>
    <dgm:cxn modelId="{812CA8A6-EE8F-4FBB-ADB6-19B8D8B73284}" type="presParOf" srcId="{B0EAF1AE-A927-4411-8A45-9E4C9ABC365E}" destId="{314FA0ED-B535-46EA-8A46-BBC2136E7806}" srcOrd="4" destOrd="0" presId="urn:microsoft.com/office/officeart/2005/8/layout/orgChart1"/>
    <dgm:cxn modelId="{5DDAD9B8-2C73-4F3E-8EE1-A08FB4EAB5E6}" type="presParOf" srcId="{B0EAF1AE-A927-4411-8A45-9E4C9ABC365E}" destId="{068753FF-A716-48FE-A5EA-B3EE0F4D9FCB}" srcOrd="5" destOrd="0" presId="urn:microsoft.com/office/officeart/2005/8/layout/orgChart1"/>
    <dgm:cxn modelId="{C2212D2E-D56A-461D-A0E2-4EA57F1333BA}" type="presParOf" srcId="{068753FF-A716-48FE-A5EA-B3EE0F4D9FCB}" destId="{65E95559-C229-4C63-9C28-53D132E41E67}" srcOrd="0" destOrd="0" presId="urn:microsoft.com/office/officeart/2005/8/layout/orgChart1"/>
    <dgm:cxn modelId="{B9B779CF-B841-482E-B639-9989A6C5E3DA}" type="presParOf" srcId="{65E95559-C229-4C63-9C28-53D132E41E67}" destId="{3788242E-36D8-4717-9843-1741EF8ED132}" srcOrd="0" destOrd="0" presId="urn:microsoft.com/office/officeart/2005/8/layout/orgChart1"/>
    <dgm:cxn modelId="{F292DB7C-161E-401F-BA96-5F00C70519F0}" type="presParOf" srcId="{65E95559-C229-4C63-9C28-53D132E41E67}" destId="{FACEB2CF-479E-4CE6-80D4-CB34F65E0B97}" srcOrd="1" destOrd="0" presId="urn:microsoft.com/office/officeart/2005/8/layout/orgChart1"/>
    <dgm:cxn modelId="{C3C2ED40-BDBD-4A8D-8182-BEA867D66758}" type="presParOf" srcId="{068753FF-A716-48FE-A5EA-B3EE0F4D9FCB}" destId="{965C1126-9F40-437D-9561-CBFD7F378A74}" srcOrd="1" destOrd="0" presId="urn:microsoft.com/office/officeart/2005/8/layout/orgChart1"/>
    <dgm:cxn modelId="{2C93C775-C688-4AC0-93D2-9573C77B51A4}" type="presParOf" srcId="{068753FF-A716-48FE-A5EA-B3EE0F4D9FCB}" destId="{E0858D22-AAA0-4A9D-B284-D26E20B73697}" srcOrd="2" destOrd="0" presId="urn:microsoft.com/office/officeart/2005/8/layout/orgChart1"/>
    <dgm:cxn modelId="{E3443E3C-EE6B-49F8-A807-62BC64271108}" type="presParOf" srcId="{B0EAF1AE-A927-4411-8A45-9E4C9ABC365E}" destId="{36B19DB7-F959-4A50-98DD-3E24341BD829}" srcOrd="6" destOrd="0" presId="urn:microsoft.com/office/officeart/2005/8/layout/orgChart1"/>
    <dgm:cxn modelId="{F97798FA-5120-4870-BA37-BD3D18AF7973}" type="presParOf" srcId="{B0EAF1AE-A927-4411-8A45-9E4C9ABC365E}" destId="{6D43D578-4775-47A1-99AC-9D15F12798D7}" srcOrd="7" destOrd="0" presId="urn:microsoft.com/office/officeart/2005/8/layout/orgChart1"/>
    <dgm:cxn modelId="{69EB40C3-46F3-4FEE-8ADC-547D5EE91395}" type="presParOf" srcId="{6D43D578-4775-47A1-99AC-9D15F12798D7}" destId="{C0D35EF3-8B58-4605-9D17-6D51E12CD734}" srcOrd="0" destOrd="0" presId="urn:microsoft.com/office/officeart/2005/8/layout/orgChart1"/>
    <dgm:cxn modelId="{5E722E7E-F490-4698-87BB-64F317504895}" type="presParOf" srcId="{C0D35EF3-8B58-4605-9D17-6D51E12CD734}" destId="{F4DCDEF5-91CE-47AE-B419-DCFBD072A0D9}" srcOrd="0" destOrd="0" presId="urn:microsoft.com/office/officeart/2005/8/layout/orgChart1"/>
    <dgm:cxn modelId="{6220E714-6EB3-49F1-A511-2860649348D4}" type="presParOf" srcId="{C0D35EF3-8B58-4605-9D17-6D51E12CD734}" destId="{B2F27ADE-200E-4CB3-9295-E4B1268E22D7}" srcOrd="1" destOrd="0" presId="urn:microsoft.com/office/officeart/2005/8/layout/orgChart1"/>
    <dgm:cxn modelId="{13F6A7E9-CCC3-4753-8530-1CE5C0F0494D}" type="presParOf" srcId="{6D43D578-4775-47A1-99AC-9D15F12798D7}" destId="{95E0566F-03DF-45B1-A7FC-ECAC77CCE436}" srcOrd="1" destOrd="0" presId="urn:microsoft.com/office/officeart/2005/8/layout/orgChart1"/>
    <dgm:cxn modelId="{B107ADED-A0B7-4D40-A0BA-CCCD170C65E2}" type="presParOf" srcId="{95E0566F-03DF-45B1-A7FC-ECAC77CCE436}" destId="{8A813722-8629-4BB6-91B2-99BB13BCA782}" srcOrd="0" destOrd="0" presId="urn:microsoft.com/office/officeart/2005/8/layout/orgChart1"/>
    <dgm:cxn modelId="{AEA8A2F3-B922-4FC5-9BAC-79E0886E149E}" type="presParOf" srcId="{95E0566F-03DF-45B1-A7FC-ECAC77CCE436}" destId="{55378A2C-EE9A-438B-A67D-C2A8F53A581C}" srcOrd="1" destOrd="0" presId="urn:microsoft.com/office/officeart/2005/8/layout/orgChart1"/>
    <dgm:cxn modelId="{E56AC0C8-002B-4E50-A158-E1FE6EB6214D}" type="presParOf" srcId="{55378A2C-EE9A-438B-A67D-C2A8F53A581C}" destId="{EAFC1514-D0E0-4D3F-886B-7B4BF9C56A25}" srcOrd="0" destOrd="0" presId="urn:microsoft.com/office/officeart/2005/8/layout/orgChart1"/>
    <dgm:cxn modelId="{5AE54906-400C-4802-AD62-D2EAA2CAB543}" type="presParOf" srcId="{EAFC1514-D0E0-4D3F-886B-7B4BF9C56A25}" destId="{C5C15B1E-CA22-4892-8760-E585B075BA6F}" srcOrd="0" destOrd="0" presId="urn:microsoft.com/office/officeart/2005/8/layout/orgChart1"/>
    <dgm:cxn modelId="{BD985512-E0A0-42B2-87A3-B8A1190A29C6}" type="presParOf" srcId="{EAFC1514-D0E0-4D3F-886B-7B4BF9C56A25}" destId="{DD449EC2-3221-401E-858D-639705C1B6D2}" srcOrd="1" destOrd="0" presId="urn:microsoft.com/office/officeart/2005/8/layout/orgChart1"/>
    <dgm:cxn modelId="{BEFC4177-5E3F-44A2-91EA-E524FAC8EBC2}" type="presParOf" srcId="{55378A2C-EE9A-438B-A67D-C2A8F53A581C}" destId="{C6CA932B-DF00-4B4C-A868-6A965BCC1547}" srcOrd="1" destOrd="0" presId="urn:microsoft.com/office/officeart/2005/8/layout/orgChart1"/>
    <dgm:cxn modelId="{E8536B04-85E8-4A3E-8A09-9A93C4DBD33D}" type="presParOf" srcId="{55378A2C-EE9A-438B-A67D-C2A8F53A581C}" destId="{38C439FD-DF5F-4413-A603-D8AB97DFB95B}" srcOrd="2" destOrd="0" presId="urn:microsoft.com/office/officeart/2005/8/layout/orgChart1"/>
    <dgm:cxn modelId="{4BAA68FB-376D-416D-AD7C-796BCF7BFBA1}" type="presParOf" srcId="{95E0566F-03DF-45B1-A7FC-ECAC77CCE436}" destId="{B429FE57-FC45-4E96-A4AE-BC11F8E9D71B}" srcOrd="2" destOrd="0" presId="urn:microsoft.com/office/officeart/2005/8/layout/orgChart1"/>
    <dgm:cxn modelId="{5A874209-5352-4DD9-B1A4-2B5E4D27F2CE}" type="presParOf" srcId="{95E0566F-03DF-45B1-A7FC-ECAC77CCE436}" destId="{5744B511-0660-41CA-97C6-0C7184860248}" srcOrd="3" destOrd="0" presId="urn:microsoft.com/office/officeart/2005/8/layout/orgChart1"/>
    <dgm:cxn modelId="{F5247F45-7E21-4671-8AAE-E4CDD6937DBF}" type="presParOf" srcId="{5744B511-0660-41CA-97C6-0C7184860248}" destId="{EAB51114-D501-4A24-9AFF-B29DE255027D}" srcOrd="0" destOrd="0" presId="urn:microsoft.com/office/officeart/2005/8/layout/orgChart1"/>
    <dgm:cxn modelId="{992709C7-060F-4936-8AAC-AF5F8A93BA1F}" type="presParOf" srcId="{EAB51114-D501-4A24-9AFF-B29DE255027D}" destId="{2B728FF5-929F-4D76-8279-853F437E1BAA}" srcOrd="0" destOrd="0" presId="urn:microsoft.com/office/officeart/2005/8/layout/orgChart1"/>
    <dgm:cxn modelId="{484FEFB4-DF22-402D-941F-29C9853D7180}" type="presParOf" srcId="{EAB51114-D501-4A24-9AFF-B29DE255027D}" destId="{826FA0F7-C945-444C-AE69-A3E864E2BF18}" srcOrd="1" destOrd="0" presId="urn:microsoft.com/office/officeart/2005/8/layout/orgChart1"/>
    <dgm:cxn modelId="{E81DDFA5-16AC-4060-9F72-5ADF778C2BAF}" type="presParOf" srcId="{5744B511-0660-41CA-97C6-0C7184860248}" destId="{4D181FA9-E83A-4BB7-8786-9C4E8F5DB4B7}" srcOrd="1" destOrd="0" presId="urn:microsoft.com/office/officeart/2005/8/layout/orgChart1"/>
    <dgm:cxn modelId="{AF23E2AA-E6A6-49E4-A5CA-29411FE9E921}" type="presParOf" srcId="{5744B511-0660-41CA-97C6-0C7184860248}" destId="{A066E287-047C-4F95-87C0-3D31B733EEF9}" srcOrd="2" destOrd="0" presId="urn:microsoft.com/office/officeart/2005/8/layout/orgChart1"/>
    <dgm:cxn modelId="{3CF1680D-6507-446A-8E1B-CF0E36131D0E}" type="presParOf" srcId="{95E0566F-03DF-45B1-A7FC-ECAC77CCE436}" destId="{65FE5D7F-7D4F-40F4-A297-814CF3CAC0AC}" srcOrd="4" destOrd="0" presId="urn:microsoft.com/office/officeart/2005/8/layout/orgChart1"/>
    <dgm:cxn modelId="{713D0936-4F9E-4230-A1B0-0D733A2A5F9E}" type="presParOf" srcId="{95E0566F-03DF-45B1-A7FC-ECAC77CCE436}" destId="{9A67EB1E-3B2C-4A88-B4BB-00583C0A5752}" srcOrd="5" destOrd="0" presId="urn:microsoft.com/office/officeart/2005/8/layout/orgChart1"/>
    <dgm:cxn modelId="{FD103EA6-6B1D-4329-AC16-41A0C32F726C}" type="presParOf" srcId="{9A67EB1E-3B2C-4A88-B4BB-00583C0A5752}" destId="{E5935AD1-3E37-4762-8C3A-CCE9C1545FA3}" srcOrd="0" destOrd="0" presId="urn:microsoft.com/office/officeart/2005/8/layout/orgChart1"/>
    <dgm:cxn modelId="{6A81C974-90F0-46C4-9119-8230A5C92124}" type="presParOf" srcId="{E5935AD1-3E37-4762-8C3A-CCE9C1545FA3}" destId="{486674C8-1945-4BD9-B641-A7077F8960FB}" srcOrd="0" destOrd="0" presId="urn:microsoft.com/office/officeart/2005/8/layout/orgChart1"/>
    <dgm:cxn modelId="{030B1E64-1BE8-4A91-B544-E6D6B9BACD01}" type="presParOf" srcId="{E5935AD1-3E37-4762-8C3A-CCE9C1545FA3}" destId="{7B7E3DF2-552F-4B23-9F99-3273D76D74F5}" srcOrd="1" destOrd="0" presId="urn:microsoft.com/office/officeart/2005/8/layout/orgChart1"/>
    <dgm:cxn modelId="{32724565-9C29-41C0-AD15-5DA786838896}" type="presParOf" srcId="{9A67EB1E-3B2C-4A88-B4BB-00583C0A5752}" destId="{57D41366-78D5-4E41-B0ED-5DACFEABC48B}" srcOrd="1" destOrd="0" presId="urn:microsoft.com/office/officeart/2005/8/layout/orgChart1"/>
    <dgm:cxn modelId="{72DD2A2A-BBBA-4FBE-8D67-D0E8A9A904E8}" type="presParOf" srcId="{9A67EB1E-3B2C-4A88-B4BB-00583C0A5752}" destId="{B6DB802D-A752-4869-856A-BC40EED270F3}" srcOrd="2" destOrd="0" presId="urn:microsoft.com/office/officeart/2005/8/layout/orgChart1"/>
    <dgm:cxn modelId="{C4D2E841-554B-44D8-8AAE-7C717F20CBCE}" type="presParOf" srcId="{95E0566F-03DF-45B1-A7FC-ECAC77CCE436}" destId="{BCB198F3-E6BA-4DF3-8EE0-904B4EBF2404}" srcOrd="6" destOrd="0" presId="urn:microsoft.com/office/officeart/2005/8/layout/orgChart1"/>
    <dgm:cxn modelId="{8C1296C5-1A63-41C6-8883-0A5700F56A06}" type="presParOf" srcId="{95E0566F-03DF-45B1-A7FC-ECAC77CCE436}" destId="{364F4082-F693-4D20-975D-35B5B66FB105}" srcOrd="7" destOrd="0" presId="urn:microsoft.com/office/officeart/2005/8/layout/orgChart1"/>
    <dgm:cxn modelId="{F1499004-66CE-4171-AF2E-59C003A14353}" type="presParOf" srcId="{364F4082-F693-4D20-975D-35B5B66FB105}" destId="{052ADC2F-2C29-48BF-92C3-89E44ED9DA7A}" srcOrd="0" destOrd="0" presId="urn:microsoft.com/office/officeart/2005/8/layout/orgChart1"/>
    <dgm:cxn modelId="{48611F0E-52B1-402F-83F4-895C7537D1FB}" type="presParOf" srcId="{052ADC2F-2C29-48BF-92C3-89E44ED9DA7A}" destId="{93D2D6A2-1EA3-43B2-A0FC-0327664C4C71}" srcOrd="0" destOrd="0" presId="urn:microsoft.com/office/officeart/2005/8/layout/orgChart1"/>
    <dgm:cxn modelId="{A903A8C4-8EEC-49AE-B86E-F185C823D0D5}" type="presParOf" srcId="{052ADC2F-2C29-48BF-92C3-89E44ED9DA7A}" destId="{DAEC04DD-BB06-4410-A5F9-0CBE1EEAB16A}" srcOrd="1" destOrd="0" presId="urn:microsoft.com/office/officeart/2005/8/layout/orgChart1"/>
    <dgm:cxn modelId="{1E6B4E56-F3B5-45E1-A71E-34EBA033E697}" type="presParOf" srcId="{364F4082-F693-4D20-975D-35B5B66FB105}" destId="{54090AA9-DF9F-4CAD-A007-2B8DACD7A7A4}" srcOrd="1" destOrd="0" presId="urn:microsoft.com/office/officeart/2005/8/layout/orgChart1"/>
    <dgm:cxn modelId="{3C72CB70-5CE5-496B-82D4-809753B1119A}" type="presParOf" srcId="{364F4082-F693-4D20-975D-35B5B66FB105}" destId="{A5F65E77-4B71-4273-996F-C28101FD0296}" srcOrd="2" destOrd="0" presId="urn:microsoft.com/office/officeart/2005/8/layout/orgChart1"/>
    <dgm:cxn modelId="{0DAFE857-9663-4F14-AFDA-EABF527C8405}" type="presParOf" srcId="{6D43D578-4775-47A1-99AC-9D15F12798D7}" destId="{9581C1D8-8352-4EFB-97FC-14A9EE2867DE}" srcOrd="2" destOrd="0" presId="urn:microsoft.com/office/officeart/2005/8/layout/orgChart1"/>
    <dgm:cxn modelId="{C44A6313-3C70-46A5-83DC-16149FB3C7F1}" type="presParOf" srcId="{B0EAF1AE-A927-4411-8A45-9E4C9ABC365E}" destId="{177C26FC-4959-4554-95F8-A69FB540778B}" srcOrd="8" destOrd="0" presId="urn:microsoft.com/office/officeart/2005/8/layout/orgChart1"/>
    <dgm:cxn modelId="{B909986F-A583-456F-A1C9-CD4FD05C10EB}" type="presParOf" srcId="{B0EAF1AE-A927-4411-8A45-9E4C9ABC365E}" destId="{141D7D7F-31A7-4973-AA95-304F5E3B34C8}" srcOrd="9" destOrd="0" presId="urn:microsoft.com/office/officeart/2005/8/layout/orgChart1"/>
    <dgm:cxn modelId="{E2617E08-015A-4E5E-B035-E1A9CF0FBCF8}" type="presParOf" srcId="{141D7D7F-31A7-4973-AA95-304F5E3B34C8}" destId="{928A7651-5FBB-4FE9-8F5A-396B3570A5E8}" srcOrd="0" destOrd="0" presId="urn:microsoft.com/office/officeart/2005/8/layout/orgChart1"/>
    <dgm:cxn modelId="{B9C13110-D4F6-4C03-B0CE-7835AE9D4732}" type="presParOf" srcId="{928A7651-5FBB-4FE9-8F5A-396B3570A5E8}" destId="{5792B3BD-3338-401E-9048-E2A0B58F1377}" srcOrd="0" destOrd="0" presId="urn:microsoft.com/office/officeart/2005/8/layout/orgChart1"/>
    <dgm:cxn modelId="{B9289FB4-397D-4FD0-9448-FF3AB25BFD77}" type="presParOf" srcId="{928A7651-5FBB-4FE9-8F5A-396B3570A5E8}" destId="{CC571DD8-E5F3-4FC0-9FCD-D50C66B2483E}" srcOrd="1" destOrd="0" presId="urn:microsoft.com/office/officeart/2005/8/layout/orgChart1"/>
    <dgm:cxn modelId="{3C479150-B2CA-4885-9BC1-C2A53F653A8F}" type="presParOf" srcId="{141D7D7F-31A7-4973-AA95-304F5E3B34C8}" destId="{89DE71E9-91E4-4B5E-A6E9-FBD0A6E1E9E5}" srcOrd="1" destOrd="0" presId="urn:microsoft.com/office/officeart/2005/8/layout/orgChart1"/>
    <dgm:cxn modelId="{1D44EB88-5245-4FE2-805E-9BB6CBA27153}" type="presParOf" srcId="{89DE71E9-91E4-4B5E-A6E9-FBD0A6E1E9E5}" destId="{A90CAA82-2943-486F-97C5-504C19E43911}" srcOrd="0" destOrd="0" presId="urn:microsoft.com/office/officeart/2005/8/layout/orgChart1"/>
    <dgm:cxn modelId="{E7995983-C7AA-40F6-B91A-9ADF54F2C6B0}" type="presParOf" srcId="{89DE71E9-91E4-4B5E-A6E9-FBD0A6E1E9E5}" destId="{89911BFB-5849-48B9-8D16-52E7A53CBC1A}" srcOrd="1" destOrd="0" presId="urn:microsoft.com/office/officeart/2005/8/layout/orgChart1"/>
    <dgm:cxn modelId="{EF832E13-800C-459F-952E-C1ADD703EF31}" type="presParOf" srcId="{89911BFB-5849-48B9-8D16-52E7A53CBC1A}" destId="{7D97B4FC-BE52-4C84-87D8-FEDD12E8CB19}" srcOrd="0" destOrd="0" presId="urn:microsoft.com/office/officeart/2005/8/layout/orgChart1"/>
    <dgm:cxn modelId="{28D25651-A313-46FF-81F0-273A42302B79}" type="presParOf" srcId="{7D97B4FC-BE52-4C84-87D8-FEDD12E8CB19}" destId="{C6FBEE7B-6143-40A6-AB65-75893FEB9EF2}" srcOrd="0" destOrd="0" presId="urn:microsoft.com/office/officeart/2005/8/layout/orgChart1"/>
    <dgm:cxn modelId="{9F4844E3-A738-4DD3-B1CE-728E586D7A11}" type="presParOf" srcId="{7D97B4FC-BE52-4C84-87D8-FEDD12E8CB19}" destId="{5EC27498-B5B6-45ED-AAFE-78D3FA59253C}" srcOrd="1" destOrd="0" presId="urn:microsoft.com/office/officeart/2005/8/layout/orgChart1"/>
    <dgm:cxn modelId="{E5910825-6627-485D-930F-B669EE42247A}" type="presParOf" srcId="{89911BFB-5849-48B9-8D16-52E7A53CBC1A}" destId="{ED04815A-E2FA-42BE-B06A-5E484B5DA9A1}" srcOrd="1" destOrd="0" presId="urn:microsoft.com/office/officeart/2005/8/layout/orgChart1"/>
    <dgm:cxn modelId="{E5BF2A86-F70F-4DB0-9050-D36600A74884}" type="presParOf" srcId="{89911BFB-5849-48B9-8D16-52E7A53CBC1A}" destId="{34894D3A-39D9-42C5-B53D-E099D4BC0E2D}" srcOrd="2" destOrd="0" presId="urn:microsoft.com/office/officeart/2005/8/layout/orgChart1"/>
    <dgm:cxn modelId="{ACF2A4D8-F284-4A1C-88A5-E8AE5456429E}" type="presParOf" srcId="{89DE71E9-91E4-4B5E-A6E9-FBD0A6E1E9E5}" destId="{101F4EF2-4E61-4E76-A620-956492A3691B}" srcOrd="2" destOrd="0" presId="urn:microsoft.com/office/officeart/2005/8/layout/orgChart1"/>
    <dgm:cxn modelId="{BC2910A8-1EFA-44A8-94A7-7759E463D6AE}" type="presParOf" srcId="{89DE71E9-91E4-4B5E-A6E9-FBD0A6E1E9E5}" destId="{60674473-2EF0-4305-BA1E-187DDFEA14E5}" srcOrd="3" destOrd="0" presId="urn:microsoft.com/office/officeart/2005/8/layout/orgChart1"/>
    <dgm:cxn modelId="{6BA041F3-4D15-4D21-AF89-FEB8ACE6E872}" type="presParOf" srcId="{60674473-2EF0-4305-BA1E-187DDFEA14E5}" destId="{A2095491-2AF7-4C28-B6FF-D255C63D54B3}" srcOrd="0" destOrd="0" presId="urn:microsoft.com/office/officeart/2005/8/layout/orgChart1"/>
    <dgm:cxn modelId="{642BFF62-683C-4522-953F-AAAB304B0980}" type="presParOf" srcId="{A2095491-2AF7-4C28-B6FF-D255C63D54B3}" destId="{B46FC4CC-1325-4FBB-8526-AE30798E72B2}" srcOrd="0" destOrd="0" presId="urn:microsoft.com/office/officeart/2005/8/layout/orgChart1"/>
    <dgm:cxn modelId="{CF40592D-444C-4E70-A869-8ACF52A38CC5}" type="presParOf" srcId="{A2095491-2AF7-4C28-B6FF-D255C63D54B3}" destId="{798A171F-B308-4EB3-8E90-6F6C880E3E3C}" srcOrd="1" destOrd="0" presId="urn:microsoft.com/office/officeart/2005/8/layout/orgChart1"/>
    <dgm:cxn modelId="{73E691EA-E917-4455-B925-260224245E37}" type="presParOf" srcId="{60674473-2EF0-4305-BA1E-187DDFEA14E5}" destId="{E68B9980-2343-4777-8AC0-FD2DC3B8A9A5}" srcOrd="1" destOrd="0" presId="urn:microsoft.com/office/officeart/2005/8/layout/orgChart1"/>
    <dgm:cxn modelId="{74448638-5AE9-4687-99AB-B5A9EF0F54A4}" type="presParOf" srcId="{60674473-2EF0-4305-BA1E-187DDFEA14E5}" destId="{F7A3F16A-B287-4834-8174-EFF5359804B9}" srcOrd="2" destOrd="0" presId="urn:microsoft.com/office/officeart/2005/8/layout/orgChart1"/>
    <dgm:cxn modelId="{90A714FD-2B54-4C9E-BEF2-8FFA3818DE2F}" type="presParOf" srcId="{89DE71E9-91E4-4B5E-A6E9-FBD0A6E1E9E5}" destId="{7E7298EC-4FEC-4B5A-A602-68446CA14B46}" srcOrd="4" destOrd="0" presId="urn:microsoft.com/office/officeart/2005/8/layout/orgChart1"/>
    <dgm:cxn modelId="{2353E690-ECEB-4C4D-9ED1-6681364101B8}" type="presParOf" srcId="{89DE71E9-91E4-4B5E-A6E9-FBD0A6E1E9E5}" destId="{7796D9C4-174A-4460-922C-D10ABD3C759C}" srcOrd="5" destOrd="0" presId="urn:microsoft.com/office/officeart/2005/8/layout/orgChart1"/>
    <dgm:cxn modelId="{982A16D8-5076-44C1-9A56-3856309A7855}" type="presParOf" srcId="{7796D9C4-174A-4460-922C-D10ABD3C759C}" destId="{892D5BE6-2425-4FC1-95E9-C3FCB1576BEF}" srcOrd="0" destOrd="0" presId="urn:microsoft.com/office/officeart/2005/8/layout/orgChart1"/>
    <dgm:cxn modelId="{A8B0BE04-A45C-4A3E-A4E7-D910CD179037}" type="presParOf" srcId="{892D5BE6-2425-4FC1-95E9-C3FCB1576BEF}" destId="{F8F64F95-1B22-4743-9DAD-16668864EFE0}" srcOrd="0" destOrd="0" presId="urn:microsoft.com/office/officeart/2005/8/layout/orgChart1"/>
    <dgm:cxn modelId="{B666FF24-F02D-4676-AED4-D4F7382B7979}" type="presParOf" srcId="{892D5BE6-2425-4FC1-95E9-C3FCB1576BEF}" destId="{1A642FE7-5B75-486D-871E-D3DB3A2B2D09}" srcOrd="1" destOrd="0" presId="urn:microsoft.com/office/officeart/2005/8/layout/orgChart1"/>
    <dgm:cxn modelId="{A5DABAC4-AA8F-41B2-8943-7DA51664EF77}" type="presParOf" srcId="{7796D9C4-174A-4460-922C-D10ABD3C759C}" destId="{BE689132-53C3-4F00-8C81-ED15D6506C0B}" srcOrd="1" destOrd="0" presId="urn:microsoft.com/office/officeart/2005/8/layout/orgChart1"/>
    <dgm:cxn modelId="{BFA20DAE-F080-4A76-B657-49AB685E1C45}" type="presParOf" srcId="{7796D9C4-174A-4460-922C-D10ABD3C759C}" destId="{487859DE-70DF-4F0E-990A-CED2F9261870}" srcOrd="2" destOrd="0" presId="urn:microsoft.com/office/officeart/2005/8/layout/orgChart1"/>
    <dgm:cxn modelId="{23D65FD2-0E9A-4D51-9235-B4DF87441B13}" type="presParOf" srcId="{141D7D7F-31A7-4973-AA95-304F5E3B34C8}" destId="{1863E26B-11CD-4D49-8389-136FDB1C41B4}" srcOrd="2" destOrd="0" presId="urn:microsoft.com/office/officeart/2005/8/layout/orgChart1"/>
    <dgm:cxn modelId="{6D138A9C-3FDD-4B92-A96B-0437BFD18614}" type="presParOf" srcId="{B0EAF1AE-A927-4411-8A45-9E4C9ABC365E}" destId="{14B038A7-7F19-4A93-A2DC-524D3B95B92A}" srcOrd="10" destOrd="0" presId="urn:microsoft.com/office/officeart/2005/8/layout/orgChart1"/>
    <dgm:cxn modelId="{9ADB3BCB-D0DF-43A5-ABAB-26C237189DAD}" type="presParOf" srcId="{B0EAF1AE-A927-4411-8A45-9E4C9ABC365E}" destId="{B4A79FA3-0513-4232-AFB2-E034D3BA89A1}" srcOrd="11" destOrd="0" presId="urn:microsoft.com/office/officeart/2005/8/layout/orgChart1"/>
    <dgm:cxn modelId="{744116F9-5C53-4188-BD82-51D2D1B022BA}" type="presParOf" srcId="{B4A79FA3-0513-4232-AFB2-E034D3BA89A1}" destId="{5D224A5B-11C3-401D-AED9-50E188B96D0C}" srcOrd="0" destOrd="0" presId="urn:microsoft.com/office/officeart/2005/8/layout/orgChart1"/>
    <dgm:cxn modelId="{49A8C866-CD85-40D4-8642-50787BC0E67F}" type="presParOf" srcId="{5D224A5B-11C3-401D-AED9-50E188B96D0C}" destId="{C424048A-3423-4B1E-8469-3982CEFD17F0}" srcOrd="0" destOrd="0" presId="urn:microsoft.com/office/officeart/2005/8/layout/orgChart1"/>
    <dgm:cxn modelId="{EE0F6AF7-0742-4501-A91A-772DE801A145}" type="presParOf" srcId="{5D224A5B-11C3-401D-AED9-50E188B96D0C}" destId="{E78B06A7-A890-4BA2-B3BD-572DA24F6975}" srcOrd="1" destOrd="0" presId="urn:microsoft.com/office/officeart/2005/8/layout/orgChart1"/>
    <dgm:cxn modelId="{18C7F43E-7A27-40E0-ADCE-688D7C07B197}" type="presParOf" srcId="{B4A79FA3-0513-4232-AFB2-E034D3BA89A1}" destId="{A2623933-FB71-462A-9EEB-D4A78E1DADA5}" srcOrd="1" destOrd="0" presId="urn:microsoft.com/office/officeart/2005/8/layout/orgChart1"/>
    <dgm:cxn modelId="{A8C8FB86-1B3C-407D-8FF2-A45E42F381D3}" type="presParOf" srcId="{A2623933-FB71-462A-9EEB-D4A78E1DADA5}" destId="{A693A90D-A56F-4F62-9D5D-7290C9EDB8DC}" srcOrd="0" destOrd="0" presId="urn:microsoft.com/office/officeart/2005/8/layout/orgChart1"/>
    <dgm:cxn modelId="{C6401AAE-C9DA-4810-A2B5-37F71E8EA219}" type="presParOf" srcId="{A2623933-FB71-462A-9EEB-D4A78E1DADA5}" destId="{F1B42C14-2EED-4893-AF56-7C500433745C}" srcOrd="1" destOrd="0" presId="urn:microsoft.com/office/officeart/2005/8/layout/orgChart1"/>
    <dgm:cxn modelId="{1B111A6C-D1DC-4C81-A7BB-836A3762088B}" type="presParOf" srcId="{F1B42C14-2EED-4893-AF56-7C500433745C}" destId="{27CEA18A-B82F-40E7-8195-4D35BE3DD600}" srcOrd="0" destOrd="0" presId="urn:microsoft.com/office/officeart/2005/8/layout/orgChart1"/>
    <dgm:cxn modelId="{F8AD29C8-69A5-40BF-8DD3-EABE3DFFA60A}" type="presParOf" srcId="{27CEA18A-B82F-40E7-8195-4D35BE3DD600}" destId="{CF885D59-8427-41FD-A725-9AFAE9DA2186}" srcOrd="0" destOrd="0" presId="urn:microsoft.com/office/officeart/2005/8/layout/orgChart1"/>
    <dgm:cxn modelId="{7A22AFFA-65D5-4BA7-9153-D164014B0E4F}" type="presParOf" srcId="{27CEA18A-B82F-40E7-8195-4D35BE3DD600}" destId="{9B4A27E0-2C51-407E-A643-29152B66C4F7}" srcOrd="1" destOrd="0" presId="urn:microsoft.com/office/officeart/2005/8/layout/orgChart1"/>
    <dgm:cxn modelId="{4853DA00-F686-4986-9395-797E10612148}" type="presParOf" srcId="{F1B42C14-2EED-4893-AF56-7C500433745C}" destId="{AD66E15F-E3EF-47C5-B534-76B90C28EEFF}" srcOrd="1" destOrd="0" presId="urn:microsoft.com/office/officeart/2005/8/layout/orgChart1"/>
    <dgm:cxn modelId="{1C204CE9-DE9E-4145-A36C-621732EC917D}" type="presParOf" srcId="{F1B42C14-2EED-4893-AF56-7C500433745C}" destId="{CD78707D-B47E-420C-A56D-673A7EB451DD}" srcOrd="2" destOrd="0" presId="urn:microsoft.com/office/officeart/2005/8/layout/orgChart1"/>
    <dgm:cxn modelId="{DF60E635-05F7-49F5-9AC3-E9F109998F83}" type="presParOf" srcId="{A2623933-FB71-462A-9EEB-D4A78E1DADA5}" destId="{7E3BC616-B553-425F-8CB1-969C6ED9ADCE}" srcOrd="2" destOrd="0" presId="urn:microsoft.com/office/officeart/2005/8/layout/orgChart1"/>
    <dgm:cxn modelId="{C0DCA948-03BB-440A-9D96-9F7E01A9ACA6}" type="presParOf" srcId="{A2623933-FB71-462A-9EEB-D4A78E1DADA5}" destId="{3F8A2E3A-0ED9-46FE-BE10-FFF69A9344B2}" srcOrd="3" destOrd="0" presId="urn:microsoft.com/office/officeart/2005/8/layout/orgChart1"/>
    <dgm:cxn modelId="{1A77DA75-B0F5-48E6-A350-F0A547CD15FD}" type="presParOf" srcId="{3F8A2E3A-0ED9-46FE-BE10-FFF69A9344B2}" destId="{80000E46-267D-4C00-9C0D-6E1CB8EFF8F0}" srcOrd="0" destOrd="0" presId="urn:microsoft.com/office/officeart/2005/8/layout/orgChart1"/>
    <dgm:cxn modelId="{E3079425-D46B-44D5-A68F-49B728CC8EC8}" type="presParOf" srcId="{80000E46-267D-4C00-9C0D-6E1CB8EFF8F0}" destId="{77BD78FC-52FC-4FAD-A019-B89872F012BD}" srcOrd="0" destOrd="0" presId="urn:microsoft.com/office/officeart/2005/8/layout/orgChart1"/>
    <dgm:cxn modelId="{711D7E4C-9B7E-4C98-BA9A-FDA9E265D7F6}" type="presParOf" srcId="{80000E46-267D-4C00-9C0D-6E1CB8EFF8F0}" destId="{5F4D1AD7-3FFE-420E-A0A6-3D2D354052B0}" srcOrd="1" destOrd="0" presId="urn:microsoft.com/office/officeart/2005/8/layout/orgChart1"/>
    <dgm:cxn modelId="{F07331A6-9882-4C06-AED3-935272D0AC6A}" type="presParOf" srcId="{3F8A2E3A-0ED9-46FE-BE10-FFF69A9344B2}" destId="{6EC35B08-CACE-499A-B21B-59E0A89B9AFB}" srcOrd="1" destOrd="0" presId="urn:microsoft.com/office/officeart/2005/8/layout/orgChart1"/>
    <dgm:cxn modelId="{D473600E-9879-4C41-86BE-AC7949D5C577}" type="presParOf" srcId="{3F8A2E3A-0ED9-46FE-BE10-FFF69A9344B2}" destId="{635C69F4-B2BF-43F1-9DFB-6891AFFF6EE5}" srcOrd="2" destOrd="0" presId="urn:microsoft.com/office/officeart/2005/8/layout/orgChart1"/>
    <dgm:cxn modelId="{3833858B-861F-4564-B025-4A5829427008}" type="presParOf" srcId="{B4A79FA3-0513-4232-AFB2-E034D3BA89A1}" destId="{78E5C9DF-98E1-4914-9D05-EC3602F24A17}" srcOrd="2" destOrd="0" presId="urn:microsoft.com/office/officeart/2005/8/layout/orgChart1"/>
    <dgm:cxn modelId="{8C5146D0-5B9B-4FB2-B420-AFCA73F014F3}" type="presParOf" srcId="{B0EAF1AE-A927-4411-8A45-9E4C9ABC365E}" destId="{76BE8BFF-900A-47EA-A259-D33F7C97A673}" srcOrd="12" destOrd="0" presId="urn:microsoft.com/office/officeart/2005/8/layout/orgChart1"/>
    <dgm:cxn modelId="{D08908DF-3C5C-46C7-A6E8-95DDB2AB5F0B}" type="presParOf" srcId="{B0EAF1AE-A927-4411-8A45-9E4C9ABC365E}" destId="{CDE45EB9-8E5D-47E3-A596-503D2E992503}" srcOrd="13" destOrd="0" presId="urn:microsoft.com/office/officeart/2005/8/layout/orgChart1"/>
    <dgm:cxn modelId="{10A3E7DA-1190-4915-9408-272275FDC73F}" type="presParOf" srcId="{CDE45EB9-8E5D-47E3-A596-503D2E992503}" destId="{CC886889-3D94-4D17-A196-D0712ED788E4}" srcOrd="0" destOrd="0" presId="urn:microsoft.com/office/officeart/2005/8/layout/orgChart1"/>
    <dgm:cxn modelId="{28D497C6-6E34-4C66-B67D-9A142BE6477B}" type="presParOf" srcId="{CC886889-3D94-4D17-A196-D0712ED788E4}" destId="{A2CB6B5E-86A3-4928-B29A-B3310EBB5748}" srcOrd="0" destOrd="0" presId="urn:microsoft.com/office/officeart/2005/8/layout/orgChart1"/>
    <dgm:cxn modelId="{1BEDB32D-0AA3-4154-85B9-5791679965C9}" type="presParOf" srcId="{CC886889-3D94-4D17-A196-D0712ED788E4}" destId="{4AEBF0BA-1B10-45AD-93F0-105CC5A47A7D}" srcOrd="1" destOrd="0" presId="urn:microsoft.com/office/officeart/2005/8/layout/orgChart1"/>
    <dgm:cxn modelId="{840BF410-F1CD-408E-B2D8-4A2A9981E24F}" type="presParOf" srcId="{CDE45EB9-8E5D-47E3-A596-503D2E992503}" destId="{50EEF538-79B3-40D9-975B-358853CB4C07}" srcOrd="1" destOrd="0" presId="urn:microsoft.com/office/officeart/2005/8/layout/orgChart1"/>
    <dgm:cxn modelId="{C967EC96-765C-4F81-AE42-D979E7E49D42}" type="presParOf" srcId="{50EEF538-79B3-40D9-975B-358853CB4C07}" destId="{B8DA7295-BF33-4086-8D62-9FB89D422436}" srcOrd="0" destOrd="0" presId="urn:microsoft.com/office/officeart/2005/8/layout/orgChart1"/>
    <dgm:cxn modelId="{44D3EA9D-A3E1-42EB-A08E-7E6E4EC7ED9D}" type="presParOf" srcId="{50EEF538-79B3-40D9-975B-358853CB4C07}" destId="{341B2094-B090-4156-89F1-A6BA8AD7ABE9}" srcOrd="1" destOrd="0" presId="urn:microsoft.com/office/officeart/2005/8/layout/orgChart1"/>
    <dgm:cxn modelId="{C640871B-E83F-4F56-A4E7-AA003213D286}" type="presParOf" srcId="{341B2094-B090-4156-89F1-A6BA8AD7ABE9}" destId="{56C323C9-3F83-4E70-9BFC-409AD266E188}" srcOrd="0" destOrd="0" presId="urn:microsoft.com/office/officeart/2005/8/layout/orgChart1"/>
    <dgm:cxn modelId="{E167D454-5984-45C6-B9B8-0045022DE60C}" type="presParOf" srcId="{56C323C9-3F83-4E70-9BFC-409AD266E188}" destId="{F558C2BA-E17F-4DA2-8CEC-B39C32191223}" srcOrd="0" destOrd="0" presId="urn:microsoft.com/office/officeart/2005/8/layout/orgChart1"/>
    <dgm:cxn modelId="{A7EB1EBD-B107-4625-8177-65FD95BE0F42}" type="presParOf" srcId="{56C323C9-3F83-4E70-9BFC-409AD266E188}" destId="{8A86DDC8-9B33-4C05-A397-76CE6A7D1C93}" srcOrd="1" destOrd="0" presId="urn:microsoft.com/office/officeart/2005/8/layout/orgChart1"/>
    <dgm:cxn modelId="{A541DE74-5E15-480C-8F46-7CEA27FCE631}" type="presParOf" srcId="{341B2094-B090-4156-89F1-A6BA8AD7ABE9}" destId="{83B3E6FC-AD4D-4EB7-8F65-5A95A13D4052}" srcOrd="1" destOrd="0" presId="urn:microsoft.com/office/officeart/2005/8/layout/orgChart1"/>
    <dgm:cxn modelId="{03D303AF-D27C-4B76-83FB-934FF7A20562}" type="presParOf" srcId="{341B2094-B090-4156-89F1-A6BA8AD7ABE9}" destId="{6DDB160C-8154-43FD-A23F-4B4B6DCF4C79}" srcOrd="2" destOrd="0" presId="urn:microsoft.com/office/officeart/2005/8/layout/orgChart1"/>
    <dgm:cxn modelId="{6AF6BE93-FA72-4F7D-B367-9FB193534C81}" type="presParOf" srcId="{50EEF538-79B3-40D9-975B-358853CB4C07}" destId="{2F01364F-688A-4DB8-B1C2-EE7A807EA7F1}" srcOrd="2" destOrd="0" presId="urn:microsoft.com/office/officeart/2005/8/layout/orgChart1"/>
    <dgm:cxn modelId="{61A3377F-F26D-4F30-B9EF-88B56AA60AE2}" type="presParOf" srcId="{50EEF538-79B3-40D9-975B-358853CB4C07}" destId="{96B6E67B-50EC-4242-B8D1-CD9612C3CDD1}" srcOrd="3" destOrd="0" presId="urn:microsoft.com/office/officeart/2005/8/layout/orgChart1"/>
    <dgm:cxn modelId="{B825A6D5-5575-403F-8C0E-1451123F69F1}" type="presParOf" srcId="{96B6E67B-50EC-4242-B8D1-CD9612C3CDD1}" destId="{10EAB388-2E6D-48D3-B25A-48A53293765E}" srcOrd="0" destOrd="0" presId="urn:microsoft.com/office/officeart/2005/8/layout/orgChart1"/>
    <dgm:cxn modelId="{775B82BC-16A1-4249-93FE-F275DABD2AB0}" type="presParOf" srcId="{10EAB388-2E6D-48D3-B25A-48A53293765E}" destId="{562E765D-3AB1-4A6E-A4EF-E4DFF8071D88}" srcOrd="0" destOrd="0" presId="urn:microsoft.com/office/officeart/2005/8/layout/orgChart1"/>
    <dgm:cxn modelId="{E166AFC8-ACC3-4B06-83EA-8622275ACAEA}" type="presParOf" srcId="{10EAB388-2E6D-48D3-B25A-48A53293765E}" destId="{B5A03873-DFEF-4CB3-B785-5BA62BD26019}" srcOrd="1" destOrd="0" presId="urn:microsoft.com/office/officeart/2005/8/layout/orgChart1"/>
    <dgm:cxn modelId="{84D20876-737B-4746-BF9B-D6FB71040714}" type="presParOf" srcId="{96B6E67B-50EC-4242-B8D1-CD9612C3CDD1}" destId="{BA3D40EC-D5B0-4CDB-98C1-E0589E7C20A6}" srcOrd="1" destOrd="0" presId="urn:microsoft.com/office/officeart/2005/8/layout/orgChart1"/>
    <dgm:cxn modelId="{1EFAA084-FEB5-46A6-8DD0-7DA65971671C}" type="presParOf" srcId="{96B6E67B-50EC-4242-B8D1-CD9612C3CDD1}" destId="{1FC47C4D-488B-4B5E-8C30-6AA654F55A20}" srcOrd="2" destOrd="0" presId="urn:microsoft.com/office/officeart/2005/8/layout/orgChart1"/>
    <dgm:cxn modelId="{C766E254-F3C8-4313-9305-F0F68E21532C}" type="presParOf" srcId="{CDE45EB9-8E5D-47E3-A596-503D2E992503}" destId="{9612FDBB-EC1D-4591-8B20-313395EBCDE2}" srcOrd="2" destOrd="0" presId="urn:microsoft.com/office/officeart/2005/8/layout/orgChart1"/>
    <dgm:cxn modelId="{7EA288B1-C87B-4506-B768-7D8D700C0698}" type="presParOf" srcId="{B0EAF1AE-A927-4411-8A45-9E4C9ABC365E}" destId="{3CAAED00-FD7E-4757-9615-C835436C5EB8}" srcOrd="14" destOrd="0" presId="urn:microsoft.com/office/officeart/2005/8/layout/orgChart1"/>
    <dgm:cxn modelId="{36893CDA-84EF-481E-9557-2FFA5A4DCF03}" type="presParOf" srcId="{B0EAF1AE-A927-4411-8A45-9E4C9ABC365E}" destId="{6FB7800A-8643-4961-928B-C77C0B2455D7}" srcOrd="15" destOrd="0" presId="urn:microsoft.com/office/officeart/2005/8/layout/orgChart1"/>
    <dgm:cxn modelId="{44968A7C-388C-47FE-BCBF-055129774276}" type="presParOf" srcId="{6FB7800A-8643-4961-928B-C77C0B2455D7}" destId="{7651E4BF-FFEF-4F66-974D-C6C1C7835EAE}" srcOrd="0" destOrd="0" presId="urn:microsoft.com/office/officeart/2005/8/layout/orgChart1"/>
    <dgm:cxn modelId="{E14ECA1E-6409-430A-BA05-A7FE0CFC15C2}" type="presParOf" srcId="{7651E4BF-FFEF-4F66-974D-C6C1C7835EAE}" destId="{8C2BB98E-9202-4D91-AE84-B1BF444126CD}" srcOrd="0" destOrd="0" presId="urn:microsoft.com/office/officeart/2005/8/layout/orgChart1"/>
    <dgm:cxn modelId="{D8C40EEB-4DDB-4CEB-8910-52D47CF9B563}" type="presParOf" srcId="{7651E4BF-FFEF-4F66-974D-C6C1C7835EAE}" destId="{90FF1E2F-24BD-4AEE-B91A-BEC7AC242778}" srcOrd="1" destOrd="0" presId="urn:microsoft.com/office/officeart/2005/8/layout/orgChart1"/>
    <dgm:cxn modelId="{C488F8E7-DBD7-4E3D-B4E1-598887E715E6}" type="presParOf" srcId="{6FB7800A-8643-4961-928B-C77C0B2455D7}" destId="{29866225-894C-4C7A-AFAF-7473ADBB3F09}" srcOrd="1" destOrd="0" presId="urn:microsoft.com/office/officeart/2005/8/layout/orgChart1"/>
    <dgm:cxn modelId="{ED294BCA-2DD2-425F-96F6-42D5200B8286}" type="presParOf" srcId="{6FB7800A-8643-4961-928B-C77C0B2455D7}" destId="{14D37F98-AB1C-4688-BEC8-31CBE8275138}" srcOrd="2" destOrd="0" presId="urn:microsoft.com/office/officeart/2005/8/layout/orgChart1"/>
    <dgm:cxn modelId="{3B31ABA9-EE9D-4281-B6AB-3D41C63C7628}" type="presParOf" srcId="{54FFDE6F-01F0-4763-AD09-5DD74D90AE2B}" destId="{C7C8D526-9653-4CAF-AE97-6BA20FB0E28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DA4216-270B-4CB9-99D0-6EAFF55C547A}">
      <dsp:nvSpPr>
        <dsp:cNvPr id="0" name=""/>
        <dsp:cNvSpPr/>
      </dsp:nvSpPr>
      <dsp:spPr>
        <a:xfrm>
          <a:off x="1354666" y="0"/>
          <a:ext cx="5418667" cy="541866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GB" sz="1300" kern="1200" dirty="0"/>
            <a:t>Second service provider spend</a:t>
          </a:r>
        </a:p>
      </dsp:txBody>
      <dsp:txXfrm>
        <a:off x="3306470" y="270933"/>
        <a:ext cx="1515059" cy="812800"/>
      </dsp:txXfrm>
    </dsp:sp>
    <dsp:sp modelId="{E19D4D5E-B90C-475C-9DA4-15469837977D}">
      <dsp:nvSpPr>
        <dsp:cNvPr id="0" name=""/>
        <dsp:cNvSpPr/>
      </dsp:nvSpPr>
      <dsp:spPr>
        <a:xfrm>
          <a:off x="1896533" y="1083733"/>
          <a:ext cx="4334933" cy="433493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GB" sz="1300" kern="1200" dirty="0"/>
            <a:t>First Service provider spend</a:t>
          </a:r>
        </a:p>
      </dsp:txBody>
      <dsp:txXfrm>
        <a:off x="3306470" y="1343829"/>
        <a:ext cx="1515059" cy="780288"/>
      </dsp:txXfrm>
    </dsp:sp>
    <dsp:sp modelId="{A0D67421-0AA3-4A2D-BAEA-266680B313A4}">
      <dsp:nvSpPr>
        <dsp:cNvPr id="0" name=""/>
        <dsp:cNvSpPr/>
      </dsp:nvSpPr>
      <dsp:spPr>
        <a:xfrm>
          <a:off x="2438399" y="2167466"/>
          <a:ext cx="3251200" cy="325120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GB" sz="1300" kern="1200" dirty="0"/>
            <a:t>First spend by receiver on product / service</a:t>
          </a:r>
        </a:p>
      </dsp:txBody>
      <dsp:txXfrm>
        <a:off x="3306470" y="2411306"/>
        <a:ext cx="1515059" cy="731520"/>
      </dsp:txXfrm>
    </dsp:sp>
    <dsp:sp modelId="{6E369220-31E4-42EF-B62C-B895F33AE6C4}">
      <dsp:nvSpPr>
        <dsp:cNvPr id="0" name=""/>
        <dsp:cNvSpPr/>
      </dsp:nvSpPr>
      <dsp:spPr>
        <a:xfrm>
          <a:off x="2980266" y="3251200"/>
          <a:ext cx="2167466" cy="21674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GB" sz="1300" kern="1200" dirty="0"/>
            <a:t>“traditional deposits” of legacy currency</a:t>
          </a:r>
        </a:p>
      </dsp:txBody>
      <dsp:txXfrm>
        <a:off x="3297684" y="3793066"/>
        <a:ext cx="1532630" cy="10837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AAED00-FD7E-4757-9615-C835436C5EB8}">
      <dsp:nvSpPr>
        <dsp:cNvPr id="0" name=""/>
        <dsp:cNvSpPr/>
      </dsp:nvSpPr>
      <dsp:spPr>
        <a:xfrm>
          <a:off x="5564658" y="1536778"/>
          <a:ext cx="4976775" cy="246782"/>
        </a:xfrm>
        <a:custGeom>
          <a:avLst/>
          <a:gdLst/>
          <a:ahLst/>
          <a:cxnLst/>
          <a:rect l="0" t="0" r="0" b="0"/>
          <a:pathLst>
            <a:path>
              <a:moveTo>
                <a:pt x="0" y="0"/>
              </a:moveTo>
              <a:lnTo>
                <a:pt x="0" y="123391"/>
              </a:lnTo>
              <a:lnTo>
                <a:pt x="4976775" y="123391"/>
              </a:lnTo>
              <a:lnTo>
                <a:pt x="4976775" y="24678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01364F-688A-4DB8-B1C2-EE7A807EA7F1}">
      <dsp:nvSpPr>
        <dsp:cNvPr id="0" name=""/>
        <dsp:cNvSpPr/>
      </dsp:nvSpPr>
      <dsp:spPr>
        <a:xfrm>
          <a:off x="8649436" y="2371137"/>
          <a:ext cx="176273" cy="1374929"/>
        </a:xfrm>
        <a:custGeom>
          <a:avLst/>
          <a:gdLst/>
          <a:ahLst/>
          <a:cxnLst/>
          <a:rect l="0" t="0" r="0" b="0"/>
          <a:pathLst>
            <a:path>
              <a:moveTo>
                <a:pt x="0" y="0"/>
              </a:moveTo>
              <a:lnTo>
                <a:pt x="0" y="1374929"/>
              </a:lnTo>
              <a:lnTo>
                <a:pt x="176273" y="137492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DA7295-BF33-4086-8D62-9FB89D422436}">
      <dsp:nvSpPr>
        <dsp:cNvPr id="0" name=""/>
        <dsp:cNvSpPr/>
      </dsp:nvSpPr>
      <dsp:spPr>
        <a:xfrm>
          <a:off x="8649436" y="2371137"/>
          <a:ext cx="176273" cy="540570"/>
        </a:xfrm>
        <a:custGeom>
          <a:avLst/>
          <a:gdLst/>
          <a:ahLst/>
          <a:cxnLst/>
          <a:rect l="0" t="0" r="0" b="0"/>
          <a:pathLst>
            <a:path>
              <a:moveTo>
                <a:pt x="0" y="0"/>
              </a:moveTo>
              <a:lnTo>
                <a:pt x="0" y="540570"/>
              </a:lnTo>
              <a:lnTo>
                <a:pt x="176273" y="54057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BE8BFF-900A-47EA-A259-D33F7C97A673}">
      <dsp:nvSpPr>
        <dsp:cNvPr id="0" name=""/>
        <dsp:cNvSpPr/>
      </dsp:nvSpPr>
      <dsp:spPr>
        <a:xfrm>
          <a:off x="5564658" y="1536778"/>
          <a:ext cx="3554839" cy="246782"/>
        </a:xfrm>
        <a:custGeom>
          <a:avLst/>
          <a:gdLst/>
          <a:ahLst/>
          <a:cxnLst/>
          <a:rect l="0" t="0" r="0" b="0"/>
          <a:pathLst>
            <a:path>
              <a:moveTo>
                <a:pt x="0" y="0"/>
              </a:moveTo>
              <a:lnTo>
                <a:pt x="0" y="123391"/>
              </a:lnTo>
              <a:lnTo>
                <a:pt x="3554839" y="123391"/>
              </a:lnTo>
              <a:lnTo>
                <a:pt x="3554839" y="24678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3BC616-B553-425F-8CB1-969C6ED9ADCE}">
      <dsp:nvSpPr>
        <dsp:cNvPr id="0" name=""/>
        <dsp:cNvSpPr/>
      </dsp:nvSpPr>
      <dsp:spPr>
        <a:xfrm>
          <a:off x="7227501" y="2371137"/>
          <a:ext cx="176273" cy="1374929"/>
        </a:xfrm>
        <a:custGeom>
          <a:avLst/>
          <a:gdLst/>
          <a:ahLst/>
          <a:cxnLst/>
          <a:rect l="0" t="0" r="0" b="0"/>
          <a:pathLst>
            <a:path>
              <a:moveTo>
                <a:pt x="0" y="0"/>
              </a:moveTo>
              <a:lnTo>
                <a:pt x="0" y="1374929"/>
              </a:lnTo>
              <a:lnTo>
                <a:pt x="176273" y="137492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93A90D-A56F-4F62-9D5D-7290C9EDB8DC}">
      <dsp:nvSpPr>
        <dsp:cNvPr id="0" name=""/>
        <dsp:cNvSpPr/>
      </dsp:nvSpPr>
      <dsp:spPr>
        <a:xfrm>
          <a:off x="7227501" y="2371137"/>
          <a:ext cx="176273" cy="540570"/>
        </a:xfrm>
        <a:custGeom>
          <a:avLst/>
          <a:gdLst/>
          <a:ahLst/>
          <a:cxnLst/>
          <a:rect l="0" t="0" r="0" b="0"/>
          <a:pathLst>
            <a:path>
              <a:moveTo>
                <a:pt x="0" y="0"/>
              </a:moveTo>
              <a:lnTo>
                <a:pt x="0" y="540570"/>
              </a:lnTo>
              <a:lnTo>
                <a:pt x="176273" y="54057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B038A7-7F19-4A93-A2DC-524D3B95B92A}">
      <dsp:nvSpPr>
        <dsp:cNvPr id="0" name=""/>
        <dsp:cNvSpPr/>
      </dsp:nvSpPr>
      <dsp:spPr>
        <a:xfrm>
          <a:off x="5564658" y="1536778"/>
          <a:ext cx="2132903" cy="246782"/>
        </a:xfrm>
        <a:custGeom>
          <a:avLst/>
          <a:gdLst/>
          <a:ahLst/>
          <a:cxnLst/>
          <a:rect l="0" t="0" r="0" b="0"/>
          <a:pathLst>
            <a:path>
              <a:moveTo>
                <a:pt x="0" y="0"/>
              </a:moveTo>
              <a:lnTo>
                <a:pt x="0" y="123391"/>
              </a:lnTo>
              <a:lnTo>
                <a:pt x="2132903" y="123391"/>
              </a:lnTo>
              <a:lnTo>
                <a:pt x="2132903" y="24678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298EC-4FEC-4B5A-A602-68446CA14B46}">
      <dsp:nvSpPr>
        <dsp:cNvPr id="0" name=""/>
        <dsp:cNvSpPr/>
      </dsp:nvSpPr>
      <dsp:spPr>
        <a:xfrm>
          <a:off x="5805565" y="2371137"/>
          <a:ext cx="176273" cy="2209288"/>
        </a:xfrm>
        <a:custGeom>
          <a:avLst/>
          <a:gdLst/>
          <a:ahLst/>
          <a:cxnLst/>
          <a:rect l="0" t="0" r="0" b="0"/>
          <a:pathLst>
            <a:path>
              <a:moveTo>
                <a:pt x="0" y="0"/>
              </a:moveTo>
              <a:lnTo>
                <a:pt x="0" y="2209288"/>
              </a:lnTo>
              <a:lnTo>
                <a:pt x="176273" y="22092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1F4EF2-4E61-4E76-A620-956492A3691B}">
      <dsp:nvSpPr>
        <dsp:cNvPr id="0" name=""/>
        <dsp:cNvSpPr/>
      </dsp:nvSpPr>
      <dsp:spPr>
        <a:xfrm>
          <a:off x="5805565" y="2371137"/>
          <a:ext cx="176273" cy="1374929"/>
        </a:xfrm>
        <a:custGeom>
          <a:avLst/>
          <a:gdLst/>
          <a:ahLst/>
          <a:cxnLst/>
          <a:rect l="0" t="0" r="0" b="0"/>
          <a:pathLst>
            <a:path>
              <a:moveTo>
                <a:pt x="0" y="0"/>
              </a:moveTo>
              <a:lnTo>
                <a:pt x="0" y="1374929"/>
              </a:lnTo>
              <a:lnTo>
                <a:pt x="176273" y="137492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90CAA82-2943-486F-97C5-504C19E43911}">
      <dsp:nvSpPr>
        <dsp:cNvPr id="0" name=""/>
        <dsp:cNvSpPr/>
      </dsp:nvSpPr>
      <dsp:spPr>
        <a:xfrm>
          <a:off x="5805565" y="2371137"/>
          <a:ext cx="176273" cy="540570"/>
        </a:xfrm>
        <a:custGeom>
          <a:avLst/>
          <a:gdLst/>
          <a:ahLst/>
          <a:cxnLst/>
          <a:rect l="0" t="0" r="0" b="0"/>
          <a:pathLst>
            <a:path>
              <a:moveTo>
                <a:pt x="0" y="0"/>
              </a:moveTo>
              <a:lnTo>
                <a:pt x="0" y="540570"/>
              </a:lnTo>
              <a:lnTo>
                <a:pt x="176273" y="54057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7C26FC-4959-4554-95F8-A69FB540778B}">
      <dsp:nvSpPr>
        <dsp:cNvPr id="0" name=""/>
        <dsp:cNvSpPr/>
      </dsp:nvSpPr>
      <dsp:spPr>
        <a:xfrm>
          <a:off x="5564658" y="1536778"/>
          <a:ext cx="710967" cy="246782"/>
        </a:xfrm>
        <a:custGeom>
          <a:avLst/>
          <a:gdLst/>
          <a:ahLst/>
          <a:cxnLst/>
          <a:rect l="0" t="0" r="0" b="0"/>
          <a:pathLst>
            <a:path>
              <a:moveTo>
                <a:pt x="0" y="0"/>
              </a:moveTo>
              <a:lnTo>
                <a:pt x="0" y="123391"/>
              </a:lnTo>
              <a:lnTo>
                <a:pt x="710967" y="123391"/>
              </a:lnTo>
              <a:lnTo>
                <a:pt x="710967" y="24678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B198F3-E6BA-4DF3-8EE0-904B4EBF2404}">
      <dsp:nvSpPr>
        <dsp:cNvPr id="0" name=""/>
        <dsp:cNvSpPr/>
      </dsp:nvSpPr>
      <dsp:spPr>
        <a:xfrm>
          <a:off x="4383629" y="2371137"/>
          <a:ext cx="176273" cy="3043648"/>
        </a:xfrm>
        <a:custGeom>
          <a:avLst/>
          <a:gdLst/>
          <a:ahLst/>
          <a:cxnLst/>
          <a:rect l="0" t="0" r="0" b="0"/>
          <a:pathLst>
            <a:path>
              <a:moveTo>
                <a:pt x="0" y="0"/>
              </a:moveTo>
              <a:lnTo>
                <a:pt x="0" y="3043648"/>
              </a:lnTo>
              <a:lnTo>
                <a:pt x="176273" y="30436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FE5D7F-7D4F-40F4-A297-814CF3CAC0AC}">
      <dsp:nvSpPr>
        <dsp:cNvPr id="0" name=""/>
        <dsp:cNvSpPr/>
      </dsp:nvSpPr>
      <dsp:spPr>
        <a:xfrm>
          <a:off x="4383629" y="2371137"/>
          <a:ext cx="176273" cy="2209288"/>
        </a:xfrm>
        <a:custGeom>
          <a:avLst/>
          <a:gdLst/>
          <a:ahLst/>
          <a:cxnLst/>
          <a:rect l="0" t="0" r="0" b="0"/>
          <a:pathLst>
            <a:path>
              <a:moveTo>
                <a:pt x="0" y="0"/>
              </a:moveTo>
              <a:lnTo>
                <a:pt x="0" y="2209288"/>
              </a:lnTo>
              <a:lnTo>
                <a:pt x="176273" y="22092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29FE57-FC45-4E96-A4AE-BC11F8E9D71B}">
      <dsp:nvSpPr>
        <dsp:cNvPr id="0" name=""/>
        <dsp:cNvSpPr/>
      </dsp:nvSpPr>
      <dsp:spPr>
        <a:xfrm>
          <a:off x="4383629" y="2371137"/>
          <a:ext cx="176273" cy="1374929"/>
        </a:xfrm>
        <a:custGeom>
          <a:avLst/>
          <a:gdLst/>
          <a:ahLst/>
          <a:cxnLst/>
          <a:rect l="0" t="0" r="0" b="0"/>
          <a:pathLst>
            <a:path>
              <a:moveTo>
                <a:pt x="0" y="0"/>
              </a:moveTo>
              <a:lnTo>
                <a:pt x="0" y="1374929"/>
              </a:lnTo>
              <a:lnTo>
                <a:pt x="176273" y="137492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813722-8629-4BB6-91B2-99BB13BCA782}">
      <dsp:nvSpPr>
        <dsp:cNvPr id="0" name=""/>
        <dsp:cNvSpPr/>
      </dsp:nvSpPr>
      <dsp:spPr>
        <a:xfrm>
          <a:off x="4383629" y="2371137"/>
          <a:ext cx="176273" cy="540570"/>
        </a:xfrm>
        <a:custGeom>
          <a:avLst/>
          <a:gdLst/>
          <a:ahLst/>
          <a:cxnLst/>
          <a:rect l="0" t="0" r="0" b="0"/>
          <a:pathLst>
            <a:path>
              <a:moveTo>
                <a:pt x="0" y="0"/>
              </a:moveTo>
              <a:lnTo>
                <a:pt x="0" y="540570"/>
              </a:lnTo>
              <a:lnTo>
                <a:pt x="176273" y="54057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B19DB7-F959-4A50-98DD-3E24341BD829}">
      <dsp:nvSpPr>
        <dsp:cNvPr id="0" name=""/>
        <dsp:cNvSpPr/>
      </dsp:nvSpPr>
      <dsp:spPr>
        <a:xfrm>
          <a:off x="4853690" y="1536778"/>
          <a:ext cx="710967" cy="246782"/>
        </a:xfrm>
        <a:custGeom>
          <a:avLst/>
          <a:gdLst/>
          <a:ahLst/>
          <a:cxnLst/>
          <a:rect l="0" t="0" r="0" b="0"/>
          <a:pathLst>
            <a:path>
              <a:moveTo>
                <a:pt x="710967" y="0"/>
              </a:moveTo>
              <a:lnTo>
                <a:pt x="710967" y="123391"/>
              </a:lnTo>
              <a:lnTo>
                <a:pt x="0" y="123391"/>
              </a:lnTo>
              <a:lnTo>
                <a:pt x="0" y="24678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14FA0ED-B535-46EA-8A46-BBC2136E7806}">
      <dsp:nvSpPr>
        <dsp:cNvPr id="0" name=""/>
        <dsp:cNvSpPr/>
      </dsp:nvSpPr>
      <dsp:spPr>
        <a:xfrm>
          <a:off x="3431754" y="1536778"/>
          <a:ext cx="2132903" cy="246782"/>
        </a:xfrm>
        <a:custGeom>
          <a:avLst/>
          <a:gdLst/>
          <a:ahLst/>
          <a:cxnLst/>
          <a:rect l="0" t="0" r="0" b="0"/>
          <a:pathLst>
            <a:path>
              <a:moveTo>
                <a:pt x="2132903" y="0"/>
              </a:moveTo>
              <a:lnTo>
                <a:pt x="2132903" y="123391"/>
              </a:lnTo>
              <a:lnTo>
                <a:pt x="0" y="123391"/>
              </a:lnTo>
              <a:lnTo>
                <a:pt x="0" y="24678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CEB4350-7A95-41B1-9367-703AC144947D}">
      <dsp:nvSpPr>
        <dsp:cNvPr id="0" name=""/>
        <dsp:cNvSpPr/>
      </dsp:nvSpPr>
      <dsp:spPr>
        <a:xfrm>
          <a:off x="2009818" y="1536778"/>
          <a:ext cx="3554839" cy="246782"/>
        </a:xfrm>
        <a:custGeom>
          <a:avLst/>
          <a:gdLst/>
          <a:ahLst/>
          <a:cxnLst/>
          <a:rect l="0" t="0" r="0" b="0"/>
          <a:pathLst>
            <a:path>
              <a:moveTo>
                <a:pt x="3554839" y="0"/>
              </a:moveTo>
              <a:lnTo>
                <a:pt x="3554839" y="123391"/>
              </a:lnTo>
              <a:lnTo>
                <a:pt x="0" y="123391"/>
              </a:lnTo>
              <a:lnTo>
                <a:pt x="0" y="24678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413102-FDE5-4A8B-A826-4228C63DC5A3}">
      <dsp:nvSpPr>
        <dsp:cNvPr id="0" name=""/>
        <dsp:cNvSpPr/>
      </dsp:nvSpPr>
      <dsp:spPr>
        <a:xfrm>
          <a:off x="587882" y="1536778"/>
          <a:ext cx="4976775" cy="246782"/>
        </a:xfrm>
        <a:custGeom>
          <a:avLst/>
          <a:gdLst/>
          <a:ahLst/>
          <a:cxnLst/>
          <a:rect l="0" t="0" r="0" b="0"/>
          <a:pathLst>
            <a:path>
              <a:moveTo>
                <a:pt x="4976775" y="0"/>
              </a:moveTo>
              <a:lnTo>
                <a:pt x="4976775" y="123391"/>
              </a:lnTo>
              <a:lnTo>
                <a:pt x="0" y="123391"/>
              </a:lnTo>
              <a:lnTo>
                <a:pt x="0" y="24678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FC4B4A-1D5A-4BB2-864F-64BC5B84D20E}">
      <dsp:nvSpPr>
        <dsp:cNvPr id="0" name=""/>
        <dsp:cNvSpPr/>
      </dsp:nvSpPr>
      <dsp:spPr>
        <a:xfrm>
          <a:off x="4977081" y="949201"/>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MD (</a:t>
          </a:r>
          <a:r>
            <a:rPr lang="en-US" sz="1200" kern="1200" dirty="0" err="1"/>
            <a:t>Dr</a:t>
          </a:r>
          <a:r>
            <a:rPr lang="en-US" sz="1200" kern="1200" dirty="0"/>
            <a:t> </a:t>
          </a:r>
          <a:r>
            <a:rPr lang="en-US" sz="1200" kern="1200" dirty="0" err="1"/>
            <a:t>Hayder</a:t>
          </a:r>
          <a:r>
            <a:rPr lang="en-US" sz="1200" kern="1200" dirty="0"/>
            <a:t> Aziz)</a:t>
          </a:r>
        </a:p>
      </dsp:txBody>
      <dsp:txXfrm>
        <a:off x="4977081" y="949201"/>
        <a:ext cx="1175153" cy="587576"/>
      </dsp:txXfrm>
    </dsp:sp>
    <dsp:sp modelId="{2C3B5979-04CC-463F-BD28-E1813FF877C5}">
      <dsp:nvSpPr>
        <dsp:cNvPr id="0" name=""/>
        <dsp:cNvSpPr/>
      </dsp:nvSpPr>
      <dsp:spPr>
        <a:xfrm>
          <a:off x="305" y="1783560"/>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VP for Africa (</a:t>
          </a:r>
          <a:r>
            <a:rPr lang="en-US" sz="1200" kern="1200" dirty="0" err="1"/>
            <a:t>Mr</a:t>
          </a:r>
          <a:r>
            <a:rPr lang="en-US" sz="1200" kern="1200" dirty="0"/>
            <a:t> Omar </a:t>
          </a:r>
          <a:r>
            <a:rPr lang="en-US" sz="1200" kern="1200" dirty="0" err="1"/>
            <a:t>Jaf</a:t>
          </a:r>
          <a:r>
            <a:rPr lang="en-US" sz="1200" kern="1200" dirty="0"/>
            <a:t>)</a:t>
          </a:r>
        </a:p>
      </dsp:txBody>
      <dsp:txXfrm>
        <a:off x="305" y="1783560"/>
        <a:ext cx="1175153" cy="587576"/>
      </dsp:txXfrm>
    </dsp:sp>
    <dsp:sp modelId="{E79F5D7F-357B-4888-B6EE-DF6290815460}">
      <dsp:nvSpPr>
        <dsp:cNvPr id="0" name=""/>
        <dsp:cNvSpPr/>
      </dsp:nvSpPr>
      <dsp:spPr>
        <a:xfrm>
          <a:off x="1422241" y="1783560"/>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VP for Central &amp; Latin America (</a:t>
          </a:r>
          <a:r>
            <a:rPr lang="en-US" sz="1200" kern="1200" dirty="0" err="1"/>
            <a:t>Mr</a:t>
          </a:r>
          <a:r>
            <a:rPr lang="en-US" sz="1200" kern="1200" dirty="0"/>
            <a:t> </a:t>
          </a:r>
          <a:r>
            <a:rPr lang="en-US" sz="1200" kern="1200" dirty="0" err="1"/>
            <a:t>Aysar</a:t>
          </a:r>
          <a:r>
            <a:rPr lang="en-US" sz="1200" kern="1200" dirty="0"/>
            <a:t> Aziz)</a:t>
          </a:r>
        </a:p>
      </dsp:txBody>
      <dsp:txXfrm>
        <a:off x="1422241" y="1783560"/>
        <a:ext cx="1175153" cy="587576"/>
      </dsp:txXfrm>
    </dsp:sp>
    <dsp:sp modelId="{3788242E-36D8-4717-9843-1741EF8ED132}">
      <dsp:nvSpPr>
        <dsp:cNvPr id="0" name=""/>
        <dsp:cNvSpPr/>
      </dsp:nvSpPr>
      <dsp:spPr>
        <a:xfrm>
          <a:off x="2844177" y="1783560"/>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VP for Indian Subcontinent (</a:t>
          </a:r>
          <a:r>
            <a:rPr lang="en-US" sz="1200" kern="1200" dirty="0" err="1"/>
            <a:t>Mr</a:t>
          </a:r>
          <a:r>
            <a:rPr lang="en-US" sz="1200" kern="1200" dirty="0"/>
            <a:t> </a:t>
          </a:r>
          <a:r>
            <a:rPr lang="en-US" sz="1200" kern="1200" dirty="0" err="1"/>
            <a:t>Shardul</a:t>
          </a:r>
          <a:r>
            <a:rPr lang="en-US" sz="1200" kern="1200" dirty="0"/>
            <a:t> </a:t>
          </a:r>
          <a:r>
            <a:rPr lang="en-US" sz="1200" kern="1200" dirty="0" err="1"/>
            <a:t>Shrimani</a:t>
          </a:r>
          <a:r>
            <a:rPr lang="en-US" sz="1200" kern="1200" dirty="0"/>
            <a:t>)</a:t>
          </a:r>
        </a:p>
      </dsp:txBody>
      <dsp:txXfrm>
        <a:off x="2844177" y="1783560"/>
        <a:ext cx="1175153" cy="587576"/>
      </dsp:txXfrm>
    </dsp:sp>
    <dsp:sp modelId="{F4DCDEF5-91CE-47AE-B419-DCFBD072A0D9}">
      <dsp:nvSpPr>
        <dsp:cNvPr id="0" name=""/>
        <dsp:cNvSpPr/>
      </dsp:nvSpPr>
      <dsp:spPr>
        <a:xfrm>
          <a:off x="4266113" y="1783560"/>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Finance (</a:t>
          </a:r>
          <a:r>
            <a:rPr lang="en-US" sz="1200" kern="1200" dirty="0" err="1"/>
            <a:t>Mr</a:t>
          </a:r>
          <a:r>
            <a:rPr lang="en-US" sz="1200" kern="1200" dirty="0"/>
            <a:t> Ong EY Ong)</a:t>
          </a:r>
        </a:p>
      </dsp:txBody>
      <dsp:txXfrm>
        <a:off x="4266113" y="1783560"/>
        <a:ext cx="1175153" cy="587576"/>
      </dsp:txXfrm>
    </dsp:sp>
    <dsp:sp modelId="{C5C15B1E-CA22-4892-8760-E585B075BA6F}">
      <dsp:nvSpPr>
        <dsp:cNvPr id="0" name=""/>
        <dsp:cNvSpPr/>
      </dsp:nvSpPr>
      <dsp:spPr>
        <a:xfrm>
          <a:off x="4559902" y="2617920"/>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Internal Ledger</a:t>
          </a:r>
        </a:p>
      </dsp:txBody>
      <dsp:txXfrm>
        <a:off x="4559902" y="2617920"/>
        <a:ext cx="1175153" cy="587576"/>
      </dsp:txXfrm>
    </dsp:sp>
    <dsp:sp modelId="{2B728FF5-929F-4D76-8279-853F437E1BAA}">
      <dsp:nvSpPr>
        <dsp:cNvPr id="0" name=""/>
        <dsp:cNvSpPr/>
      </dsp:nvSpPr>
      <dsp:spPr>
        <a:xfrm>
          <a:off x="4559902" y="3452279"/>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Payroll</a:t>
          </a:r>
        </a:p>
      </dsp:txBody>
      <dsp:txXfrm>
        <a:off x="4559902" y="3452279"/>
        <a:ext cx="1175153" cy="587576"/>
      </dsp:txXfrm>
    </dsp:sp>
    <dsp:sp modelId="{486674C8-1945-4BD9-B641-A7077F8960FB}">
      <dsp:nvSpPr>
        <dsp:cNvPr id="0" name=""/>
        <dsp:cNvSpPr/>
      </dsp:nvSpPr>
      <dsp:spPr>
        <a:xfrm>
          <a:off x="4559902" y="4286638"/>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Taxation</a:t>
          </a:r>
        </a:p>
      </dsp:txBody>
      <dsp:txXfrm>
        <a:off x="4559902" y="4286638"/>
        <a:ext cx="1175153" cy="587576"/>
      </dsp:txXfrm>
    </dsp:sp>
    <dsp:sp modelId="{93D2D6A2-1EA3-43B2-A0FC-0327664C4C71}">
      <dsp:nvSpPr>
        <dsp:cNvPr id="0" name=""/>
        <dsp:cNvSpPr/>
      </dsp:nvSpPr>
      <dsp:spPr>
        <a:xfrm>
          <a:off x="4559902" y="5120997"/>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Internal Audit</a:t>
          </a:r>
        </a:p>
      </dsp:txBody>
      <dsp:txXfrm>
        <a:off x="4559902" y="5120997"/>
        <a:ext cx="1175153" cy="587576"/>
      </dsp:txXfrm>
    </dsp:sp>
    <dsp:sp modelId="{5792B3BD-3338-401E-9048-E2A0B58F1377}">
      <dsp:nvSpPr>
        <dsp:cNvPr id="0" name=""/>
        <dsp:cNvSpPr/>
      </dsp:nvSpPr>
      <dsp:spPr>
        <a:xfrm>
          <a:off x="5688049" y="1783560"/>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Software &amp; Cryptography</a:t>
          </a:r>
        </a:p>
      </dsp:txBody>
      <dsp:txXfrm>
        <a:off x="5688049" y="1783560"/>
        <a:ext cx="1175153" cy="587576"/>
      </dsp:txXfrm>
    </dsp:sp>
    <dsp:sp modelId="{C6FBEE7B-6143-40A6-AB65-75893FEB9EF2}">
      <dsp:nvSpPr>
        <dsp:cNvPr id="0" name=""/>
        <dsp:cNvSpPr/>
      </dsp:nvSpPr>
      <dsp:spPr>
        <a:xfrm>
          <a:off x="5981838" y="2617920"/>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Front End (Android / IOS / Web)</a:t>
          </a:r>
        </a:p>
      </dsp:txBody>
      <dsp:txXfrm>
        <a:off x="5981838" y="2617920"/>
        <a:ext cx="1175153" cy="587576"/>
      </dsp:txXfrm>
    </dsp:sp>
    <dsp:sp modelId="{B46FC4CC-1325-4FBB-8526-AE30798E72B2}">
      <dsp:nvSpPr>
        <dsp:cNvPr id="0" name=""/>
        <dsp:cNvSpPr/>
      </dsp:nvSpPr>
      <dsp:spPr>
        <a:xfrm>
          <a:off x="5981838" y="3452279"/>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Backend (Database, Cryptography)</a:t>
          </a:r>
        </a:p>
      </dsp:txBody>
      <dsp:txXfrm>
        <a:off x="5981838" y="3452279"/>
        <a:ext cx="1175153" cy="587576"/>
      </dsp:txXfrm>
    </dsp:sp>
    <dsp:sp modelId="{F8F64F95-1B22-4743-9DAD-16668864EFE0}">
      <dsp:nvSpPr>
        <dsp:cNvPr id="0" name=""/>
        <dsp:cNvSpPr/>
      </dsp:nvSpPr>
      <dsp:spPr>
        <a:xfrm>
          <a:off x="5981838" y="4286638"/>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Testing and Audit </a:t>
          </a:r>
        </a:p>
      </dsp:txBody>
      <dsp:txXfrm>
        <a:off x="5981838" y="4286638"/>
        <a:ext cx="1175153" cy="587576"/>
      </dsp:txXfrm>
    </dsp:sp>
    <dsp:sp modelId="{C424048A-3423-4B1E-8469-3982CEFD17F0}">
      <dsp:nvSpPr>
        <dsp:cNvPr id="0" name=""/>
        <dsp:cNvSpPr/>
      </dsp:nvSpPr>
      <dsp:spPr>
        <a:xfrm>
          <a:off x="7109985" y="1783560"/>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Marketing (TBD)</a:t>
          </a:r>
        </a:p>
      </dsp:txBody>
      <dsp:txXfrm>
        <a:off x="7109985" y="1783560"/>
        <a:ext cx="1175153" cy="587576"/>
      </dsp:txXfrm>
    </dsp:sp>
    <dsp:sp modelId="{CF885D59-8427-41FD-A725-9AFAE9DA2186}">
      <dsp:nvSpPr>
        <dsp:cNvPr id="0" name=""/>
        <dsp:cNvSpPr/>
      </dsp:nvSpPr>
      <dsp:spPr>
        <a:xfrm>
          <a:off x="7403774" y="2617920"/>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Social Media &amp; Guerilla Marketing</a:t>
          </a:r>
        </a:p>
      </dsp:txBody>
      <dsp:txXfrm>
        <a:off x="7403774" y="2617920"/>
        <a:ext cx="1175153" cy="587576"/>
      </dsp:txXfrm>
    </dsp:sp>
    <dsp:sp modelId="{77BD78FC-52FC-4FAD-A019-B89872F012BD}">
      <dsp:nvSpPr>
        <dsp:cNvPr id="0" name=""/>
        <dsp:cNvSpPr/>
      </dsp:nvSpPr>
      <dsp:spPr>
        <a:xfrm>
          <a:off x="7403774" y="3452279"/>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Regional Marketing</a:t>
          </a:r>
        </a:p>
      </dsp:txBody>
      <dsp:txXfrm>
        <a:off x="7403774" y="3452279"/>
        <a:ext cx="1175153" cy="587576"/>
      </dsp:txXfrm>
    </dsp:sp>
    <dsp:sp modelId="{A2CB6B5E-86A3-4928-B29A-B3310EBB5748}">
      <dsp:nvSpPr>
        <dsp:cNvPr id="0" name=""/>
        <dsp:cNvSpPr/>
      </dsp:nvSpPr>
      <dsp:spPr>
        <a:xfrm>
          <a:off x="8531921" y="1783560"/>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VP Treasury (TBD)</a:t>
          </a:r>
        </a:p>
      </dsp:txBody>
      <dsp:txXfrm>
        <a:off x="8531921" y="1783560"/>
        <a:ext cx="1175153" cy="587576"/>
      </dsp:txXfrm>
    </dsp:sp>
    <dsp:sp modelId="{F558C2BA-E17F-4DA2-8CEC-B39C32191223}">
      <dsp:nvSpPr>
        <dsp:cNvPr id="0" name=""/>
        <dsp:cNvSpPr/>
      </dsp:nvSpPr>
      <dsp:spPr>
        <a:xfrm>
          <a:off x="8825710" y="2617920"/>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Treasury</a:t>
          </a:r>
        </a:p>
      </dsp:txBody>
      <dsp:txXfrm>
        <a:off x="8825710" y="2617920"/>
        <a:ext cx="1175153" cy="587576"/>
      </dsp:txXfrm>
    </dsp:sp>
    <dsp:sp modelId="{562E765D-3AB1-4A6E-A4EF-E4DFF8071D88}">
      <dsp:nvSpPr>
        <dsp:cNvPr id="0" name=""/>
        <dsp:cNvSpPr/>
      </dsp:nvSpPr>
      <dsp:spPr>
        <a:xfrm>
          <a:off x="8825710" y="3452279"/>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Reconciliation </a:t>
          </a:r>
        </a:p>
      </dsp:txBody>
      <dsp:txXfrm>
        <a:off x="8825710" y="3452279"/>
        <a:ext cx="1175153" cy="587576"/>
      </dsp:txXfrm>
    </dsp:sp>
    <dsp:sp modelId="{8C2BB98E-9202-4D91-AE84-B1BF444126CD}">
      <dsp:nvSpPr>
        <dsp:cNvPr id="0" name=""/>
        <dsp:cNvSpPr/>
      </dsp:nvSpPr>
      <dsp:spPr>
        <a:xfrm>
          <a:off x="9953857" y="1783560"/>
          <a:ext cx="1175153" cy="5875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Audit (Independent, TBD)</a:t>
          </a:r>
        </a:p>
      </dsp:txBody>
      <dsp:txXfrm>
        <a:off x="9953857" y="1783560"/>
        <a:ext cx="1175153" cy="587576"/>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A58717-DE43-463E-9CDC-173B01BD1838}" type="datetimeFigureOut">
              <a:rPr lang="en-US"/>
              <a:pPr/>
              <a:t>7/8/2016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BFF1B2-69C9-4B7D-B720-9648E111ECDC}" type="slidenum">
              <a:rPr lang="en-US"/>
              <a:pPr/>
              <a:t>‹#›</a:t>
            </a:fld>
            <a:endParaRPr lang="en-US"/>
          </a:p>
        </p:txBody>
      </p:sp>
    </p:spTree>
    <p:extLst>
      <p:ext uri="{BB962C8B-B14F-4D97-AF65-F5344CB8AC3E}">
        <p14:creationId xmlns:p14="http://schemas.microsoft.com/office/powerpoint/2010/main" val="2619580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EBFF1B2-69C9-4B7D-B720-9648E111ECDC}" type="slidenum">
              <a:rPr lang="en-US"/>
              <a:pPr/>
              <a:t>1</a:t>
            </a:fld>
            <a:endParaRPr lang="en-US"/>
          </a:p>
        </p:txBody>
      </p:sp>
    </p:spTree>
    <p:extLst>
      <p:ext uri="{BB962C8B-B14F-4D97-AF65-F5344CB8AC3E}">
        <p14:creationId xmlns:p14="http://schemas.microsoft.com/office/powerpoint/2010/main" val="3635670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EBFF1B2-69C9-4B7D-B720-9648E111ECDC}" type="slidenum">
              <a:rPr lang="en-US"/>
              <a:pPr/>
              <a:t>‹#›</a:t>
            </a:fld>
            <a:endParaRPr lang="en-US"/>
          </a:p>
        </p:txBody>
      </p:sp>
    </p:spTree>
    <p:extLst>
      <p:ext uri="{BB962C8B-B14F-4D97-AF65-F5344CB8AC3E}">
        <p14:creationId xmlns:p14="http://schemas.microsoft.com/office/powerpoint/2010/main" val="3663501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EBFF1B2-69C9-4B7D-B720-9648E111ECDC}" type="slidenum">
              <a:rPr lang="en-US"/>
              <a:pPr/>
              <a:t>2</a:t>
            </a:fld>
            <a:endParaRPr lang="en-US"/>
          </a:p>
        </p:txBody>
      </p:sp>
    </p:spTree>
    <p:extLst>
      <p:ext uri="{BB962C8B-B14F-4D97-AF65-F5344CB8AC3E}">
        <p14:creationId xmlns:p14="http://schemas.microsoft.com/office/powerpoint/2010/main" val="33751183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EBFF1B2-69C9-4B7D-B720-9648E111ECDC}" type="slidenum">
              <a:rPr lang="en-US"/>
              <a:pPr/>
              <a:t>3</a:t>
            </a:fld>
            <a:endParaRPr lang="en-US"/>
          </a:p>
        </p:txBody>
      </p:sp>
    </p:spTree>
    <p:extLst>
      <p:ext uri="{BB962C8B-B14F-4D97-AF65-F5344CB8AC3E}">
        <p14:creationId xmlns:p14="http://schemas.microsoft.com/office/powerpoint/2010/main" val="1878354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EBFF1B2-69C9-4B7D-B720-9648E111ECDC}" type="slidenum">
              <a:rPr lang="en-US"/>
              <a:pPr/>
              <a:t>4</a:t>
            </a:fld>
            <a:endParaRPr lang="en-US"/>
          </a:p>
        </p:txBody>
      </p:sp>
    </p:spTree>
    <p:extLst>
      <p:ext uri="{BB962C8B-B14F-4D97-AF65-F5344CB8AC3E}">
        <p14:creationId xmlns:p14="http://schemas.microsoft.com/office/powerpoint/2010/main" val="11769229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EBFF1B2-69C9-4B7D-B720-9648E111ECDC}" type="slidenum">
              <a:rPr lang="en-US"/>
              <a:pPr/>
              <a:t>9</a:t>
            </a:fld>
            <a:endParaRPr lang="en-US"/>
          </a:p>
        </p:txBody>
      </p:sp>
    </p:spTree>
    <p:extLst>
      <p:ext uri="{BB962C8B-B14F-4D97-AF65-F5344CB8AC3E}">
        <p14:creationId xmlns:p14="http://schemas.microsoft.com/office/powerpoint/2010/main" val="23481808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EBFF1B2-69C9-4B7D-B720-9648E111ECDC}" type="slidenum">
              <a:rPr lang="en-US"/>
              <a:pPr/>
              <a:t>10</a:t>
            </a:fld>
            <a:endParaRPr lang="en-US"/>
          </a:p>
        </p:txBody>
      </p:sp>
    </p:spTree>
    <p:extLst>
      <p:ext uri="{BB962C8B-B14F-4D97-AF65-F5344CB8AC3E}">
        <p14:creationId xmlns:p14="http://schemas.microsoft.com/office/powerpoint/2010/main" val="1815152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EBFF1B2-69C9-4B7D-B720-9648E111ECDC}" type="slidenum">
              <a:rPr lang="en-US"/>
              <a:pPr/>
              <a:t>11</a:t>
            </a:fld>
            <a:endParaRPr lang="en-US"/>
          </a:p>
        </p:txBody>
      </p:sp>
    </p:spTree>
    <p:extLst>
      <p:ext uri="{BB962C8B-B14F-4D97-AF65-F5344CB8AC3E}">
        <p14:creationId xmlns:p14="http://schemas.microsoft.com/office/powerpoint/2010/main" val="20186271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EBFF1B2-69C9-4B7D-B720-9648E111ECDC}" type="slidenum">
              <a:rPr lang="en-US"/>
              <a:pPr/>
              <a:t>12</a:t>
            </a:fld>
            <a:endParaRPr lang="en-US"/>
          </a:p>
        </p:txBody>
      </p:sp>
    </p:spTree>
    <p:extLst>
      <p:ext uri="{BB962C8B-B14F-4D97-AF65-F5344CB8AC3E}">
        <p14:creationId xmlns:p14="http://schemas.microsoft.com/office/powerpoint/2010/main" val="29792298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EBFF1B2-69C9-4B7D-B720-9648E111ECDC}" type="slidenum">
              <a:rPr lang="en-US"/>
              <a:pPr/>
              <a:t>13</a:t>
            </a:fld>
            <a:endParaRPr lang="en-US"/>
          </a:p>
        </p:txBody>
      </p:sp>
    </p:spTree>
    <p:extLst>
      <p:ext uri="{BB962C8B-B14F-4D97-AF65-F5344CB8AC3E}">
        <p14:creationId xmlns:p14="http://schemas.microsoft.com/office/powerpoint/2010/main" val="3722838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EBFF1B2-69C9-4B7D-B720-9648E111ECDC}" type="slidenum">
              <a:rPr lang="en-US"/>
              <a:pPr/>
              <a:t>14</a:t>
            </a:fld>
            <a:endParaRPr lang="en-US"/>
          </a:p>
        </p:txBody>
      </p:sp>
    </p:spTree>
    <p:extLst>
      <p:ext uri="{BB962C8B-B14F-4D97-AF65-F5344CB8AC3E}">
        <p14:creationId xmlns:p14="http://schemas.microsoft.com/office/powerpoint/2010/main" val="30967104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EBFF1B2-69C9-4B7D-B720-9648E111ECDC}" type="slidenum">
              <a:rPr lang="en-US"/>
              <a:pPr/>
              <a:t>15</a:t>
            </a:fld>
            <a:endParaRPr lang="en-US"/>
          </a:p>
        </p:txBody>
      </p:sp>
    </p:spTree>
    <p:extLst>
      <p:ext uri="{BB962C8B-B14F-4D97-AF65-F5344CB8AC3E}">
        <p14:creationId xmlns:p14="http://schemas.microsoft.com/office/powerpoint/2010/main" val="16018042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EBFF1B2-69C9-4B7D-B720-9648E111ECDC}" type="slidenum">
              <a:rPr lang="en-US"/>
              <a:pPr/>
              <a:t>16</a:t>
            </a:fld>
            <a:endParaRPr lang="en-US"/>
          </a:p>
        </p:txBody>
      </p:sp>
    </p:spTree>
    <p:extLst>
      <p:ext uri="{BB962C8B-B14F-4D97-AF65-F5344CB8AC3E}">
        <p14:creationId xmlns:p14="http://schemas.microsoft.com/office/powerpoint/2010/main" val="12956221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EBFF1B2-69C9-4B7D-B720-9648E111ECDC}" type="slidenum">
              <a:rPr lang="en-US"/>
              <a:pPr/>
              <a:t>‹#›</a:t>
            </a:fld>
            <a:endParaRPr lang="en-US"/>
          </a:p>
        </p:txBody>
      </p:sp>
    </p:spTree>
    <p:extLst>
      <p:ext uri="{BB962C8B-B14F-4D97-AF65-F5344CB8AC3E}">
        <p14:creationId xmlns:p14="http://schemas.microsoft.com/office/powerpoint/2010/main" val="12812771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EBFF1B2-69C9-4B7D-B720-9648E111ECDC}" type="slidenum">
              <a:rPr lang="en-US"/>
              <a:pPr/>
              <a:t>17</a:t>
            </a:fld>
            <a:endParaRPr lang="en-US"/>
          </a:p>
        </p:txBody>
      </p:sp>
    </p:spTree>
    <p:extLst>
      <p:ext uri="{BB962C8B-B14F-4D97-AF65-F5344CB8AC3E}">
        <p14:creationId xmlns:p14="http://schemas.microsoft.com/office/powerpoint/2010/main" val="439651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pPr/>
              <a:t>7/8/2016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pPr/>
              <a:t>7/8/2016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pPr/>
              <a:t>7/8/2016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pPr/>
              <a:t>7/8/2016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pPr/>
              <a:t>7/8/2016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pPr/>
              <a:t>7/8/2016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pPr/>
              <a:t>7/8/2016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pPr/>
              <a:t>7/8/2016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pPr/>
              <a:t>7/8/2016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pPr/>
              <a:t>7/8/2016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pPr/>
              <a:t>7/8/2016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pPr/>
              <a:t>7/8/2016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cstate="prin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859951" y="5704516"/>
            <a:ext cx="9144000" cy="1655762"/>
          </a:xfrm>
        </p:spPr>
        <p:txBody>
          <a:bodyPr vert="horz" lIns="91440" tIns="45720" rIns="91440" bIns="45720" rtlCol="0" anchor="t">
            <a:normAutofit/>
          </a:bodyPr>
          <a:lstStyle/>
          <a:p>
            <a:r>
              <a:rPr lang="en-US" dirty="0"/>
              <a:t>Unified account and transactional system for the developing world</a:t>
            </a:r>
          </a:p>
        </p:txBody>
      </p:sp>
      <p:sp>
        <p:nvSpPr>
          <p:cNvPr id="4" name="Title 3"/>
          <p:cNvSpPr>
            <a:spLocks noGrp="1"/>
          </p:cNvSpPr>
          <p:nvPr>
            <p:ph type="ctrTitle"/>
          </p:nvPr>
        </p:nvSpPr>
        <p:spPr>
          <a:xfrm>
            <a:off x="1729433" y="-877887"/>
            <a:ext cx="9144000" cy="2387600"/>
          </a:xfrm>
        </p:spPr>
        <p:txBody>
          <a:bodyPr/>
          <a:lstStyle/>
          <a:p>
            <a:r>
              <a:rPr lang="en-US" dirty="0" err="1"/>
              <a:t>CylinderSeal</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6156" y="2526109"/>
            <a:ext cx="10515600" cy="1325563"/>
          </a:xfrm>
        </p:spPr>
        <p:txBody>
          <a:bodyPr>
            <a:normAutofit fontScale="90000"/>
          </a:bodyPr>
          <a:lstStyle/>
          <a:p>
            <a:r>
              <a:rPr lang="en-US" i="1" dirty="0">
                <a:solidFill>
                  <a:srgbClr val="1D2129"/>
                </a:solidFill>
                <a:latin typeface="Comic Sans MS" charset="0"/>
              </a:rPr>
              <a:t>"Money is to be made from the 90% of the market that is ignored rather than the 10% of the market that everyone is fighting tooth and nail to serve."</a:t>
            </a:r>
          </a:p>
        </p:txBody>
      </p:sp>
    </p:spTree>
    <p:extLst>
      <p:ext uri="{BB962C8B-B14F-4D97-AF65-F5344CB8AC3E}">
        <p14:creationId xmlns:p14="http://schemas.microsoft.com/office/powerpoint/2010/main" val="3320700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pitch</a:t>
            </a:r>
          </a:p>
        </p:txBody>
      </p:sp>
      <p:sp>
        <p:nvSpPr>
          <p:cNvPr id="3" name="Content Placeholder 2"/>
          <p:cNvSpPr>
            <a:spLocks noGrp="1"/>
          </p:cNvSpPr>
          <p:nvPr>
            <p:ph idx="1"/>
          </p:nvPr>
        </p:nvSpPr>
        <p:spPr>
          <a:xfrm>
            <a:off x="874713" y="1356122"/>
            <a:ext cx="10515600" cy="5065316"/>
          </a:xfrm>
        </p:spPr>
        <p:txBody>
          <a:bodyPr vert="horz" lIns="91440" tIns="45720" rIns="91440" bIns="45720" rtlCol="0" anchor="t">
            <a:normAutofit fontScale="55000" lnSpcReduction="20000"/>
          </a:bodyPr>
          <a:lstStyle/>
          <a:p>
            <a:r>
              <a:rPr lang="en-US" dirty="0"/>
              <a:t>Bringing together new principles for financial transactions into a usable format for the 80% of the world who are ignored by existing solutions.</a:t>
            </a:r>
          </a:p>
          <a:p>
            <a:r>
              <a:rPr lang="en-US" dirty="0"/>
              <a:t>Basket of Currencies denomination - "One World Currency" OWC</a:t>
            </a:r>
          </a:p>
          <a:p>
            <a:r>
              <a:rPr lang="en-US" dirty="0"/>
              <a:t>Handset with NFC / BLE for payments and receipts in OWC</a:t>
            </a:r>
          </a:p>
          <a:p>
            <a:r>
              <a:rPr lang="en-US" dirty="0"/>
              <a:t>"Local Currency" cash withdrawals possible but discouraged by withdrawal fees</a:t>
            </a:r>
          </a:p>
          <a:p>
            <a:r>
              <a:rPr lang="en-US" dirty="0"/>
              <a:t>No transactional costs for purchases and sales within the "</a:t>
            </a:r>
            <a:r>
              <a:rPr lang="en-US" dirty="0" err="1"/>
              <a:t>CylinderSeal</a:t>
            </a:r>
            <a:r>
              <a:rPr lang="en-US" dirty="0"/>
              <a:t>" eco system. </a:t>
            </a:r>
          </a:p>
          <a:p>
            <a:r>
              <a:rPr lang="en-US" dirty="0"/>
              <a:t>Margin is made by provider in Currency spread between inter-bank and retail rate and leverage as well as deposit margin from use of the system for trade.</a:t>
            </a:r>
          </a:p>
          <a:p>
            <a:r>
              <a:rPr lang="en-US" dirty="0"/>
              <a:t>Currency stability for savers in developing world countries</a:t>
            </a:r>
          </a:p>
          <a:p>
            <a:r>
              <a:rPr lang="en-US" dirty="0"/>
              <a:t>Developing world retailers able to offer cashless payment without transaction costs or </a:t>
            </a:r>
            <a:r>
              <a:rPr lang="en-US" dirty="0" err="1"/>
              <a:t>specialised</a:t>
            </a:r>
            <a:r>
              <a:rPr lang="en-US" dirty="0"/>
              <a:t> equipment (only smartphone). </a:t>
            </a:r>
          </a:p>
          <a:p>
            <a:r>
              <a:rPr lang="en-US" dirty="0"/>
              <a:t>Remittances can be sent from developed to developing world whilst avoiding the expense of bank transfers or western union. </a:t>
            </a:r>
          </a:p>
          <a:p>
            <a:r>
              <a:rPr lang="en-US" dirty="0"/>
              <a:t>Small international transactions can be carried out with little to no exchange fluctuation risk at border regions</a:t>
            </a:r>
          </a:p>
          <a:p>
            <a:r>
              <a:rPr lang="en-US" dirty="0"/>
              <a:t>No internet or telephone network needed for transactions</a:t>
            </a:r>
          </a:p>
          <a:p>
            <a:r>
              <a:rPr lang="en-US" dirty="0"/>
              <a:t>Encourage the persistence of capital and the introduction of "wealth" to the </a:t>
            </a:r>
            <a:r>
              <a:rPr lang="en-US" dirty="0" err="1"/>
              <a:t>CylinderSeal</a:t>
            </a:r>
            <a:r>
              <a:rPr lang="en-US" dirty="0"/>
              <a:t> platform through the sale of goods and services within the system and increasing monetary velocity within the </a:t>
            </a:r>
            <a:r>
              <a:rPr lang="en-US" dirty="0" err="1"/>
              <a:t>CylinderSeal</a:t>
            </a:r>
            <a:r>
              <a:rPr lang="en-US" dirty="0"/>
              <a:t> eco-system</a:t>
            </a:r>
          </a:p>
        </p:txBody>
      </p:sp>
    </p:spTree>
    <p:extLst>
      <p:ext uri="{BB962C8B-B14F-4D97-AF65-F5344CB8AC3E}">
        <p14:creationId xmlns:p14="http://schemas.microsoft.com/office/powerpoint/2010/main" val="2291822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Potential market</a:t>
            </a:r>
          </a:p>
        </p:txBody>
      </p:sp>
      <p:sp>
        <p:nvSpPr>
          <p:cNvPr id="3" name="Content Placeholder 2"/>
          <p:cNvSpPr>
            <a:spLocks noGrp="1"/>
          </p:cNvSpPr>
          <p:nvPr>
            <p:ph idx="1"/>
          </p:nvPr>
        </p:nvSpPr>
        <p:spPr/>
        <p:txBody>
          <a:bodyPr vert="horz" lIns="91440" tIns="45720" rIns="91440" bIns="45720" rtlCol="0" anchor="t">
            <a:normAutofit lnSpcReduction="10000"/>
          </a:bodyPr>
          <a:lstStyle/>
          <a:p>
            <a:r>
              <a:rPr lang="en-US" dirty="0"/>
              <a:t>4 billion people have access to smartphones</a:t>
            </a:r>
          </a:p>
          <a:p>
            <a:r>
              <a:rPr lang="en-US" dirty="0"/>
              <a:t>Millions of retailers and micro businesses around the world can't accept electronic payments currently</a:t>
            </a:r>
          </a:p>
          <a:p>
            <a:r>
              <a:rPr lang="en-US" dirty="0"/>
              <a:t>Even beggars and buskers can use it.</a:t>
            </a:r>
          </a:p>
          <a:p>
            <a:r>
              <a:rPr lang="en-US" dirty="0"/>
              <a:t>Supranational infrastructure. Can be used by almost anyone anywhere as long as they have a smartphone</a:t>
            </a:r>
          </a:p>
          <a:p>
            <a:r>
              <a:rPr lang="en-US" dirty="0"/>
              <a:t>Can be used for micro-lending (in the future)</a:t>
            </a:r>
          </a:p>
          <a:p>
            <a:r>
              <a:rPr lang="en-US" dirty="0"/>
              <a:t>Build up credit profile for users.</a:t>
            </a:r>
          </a:p>
          <a:p>
            <a:r>
              <a:rPr lang="en-US" dirty="0"/>
              <a:t>Users can borrow at different interest rates from other users (social-crowdfunding) depending on their credit profile.</a:t>
            </a:r>
          </a:p>
        </p:txBody>
      </p:sp>
    </p:spTree>
    <p:extLst>
      <p:ext uri="{BB962C8B-B14F-4D97-AF65-F5344CB8AC3E}">
        <p14:creationId xmlns:p14="http://schemas.microsoft.com/office/powerpoint/2010/main" val="10930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Operating principles</a:t>
            </a:r>
          </a:p>
        </p:txBody>
      </p:sp>
      <p:sp>
        <p:nvSpPr>
          <p:cNvPr id="3" name="Content Placeholder 2"/>
          <p:cNvSpPr>
            <a:spLocks noGrp="1"/>
          </p:cNvSpPr>
          <p:nvPr>
            <p:ph idx="1"/>
          </p:nvPr>
        </p:nvSpPr>
        <p:spPr>
          <a:xfrm>
            <a:off x="811404" y="1539875"/>
            <a:ext cx="10515600" cy="4351338"/>
          </a:xfrm>
        </p:spPr>
        <p:txBody>
          <a:bodyPr vert="horz" lIns="91440" tIns="45720" rIns="91440" bIns="45720" rtlCol="0" anchor="t">
            <a:normAutofit fontScale="77500" lnSpcReduction="20000"/>
          </a:bodyPr>
          <a:lstStyle/>
          <a:p>
            <a:r>
              <a:rPr lang="en-US" dirty="0"/>
              <a:t>Each Peer is a Server and Client </a:t>
            </a:r>
          </a:p>
          <a:p>
            <a:r>
              <a:rPr lang="en-US" dirty="0"/>
              <a:t>BLAKE2 Hashing for transactions</a:t>
            </a:r>
          </a:p>
          <a:p>
            <a:r>
              <a:rPr lang="en-US" dirty="0"/>
              <a:t>Transaction confirmation on Super Peers can be in real-time or delayed if no internet access</a:t>
            </a:r>
          </a:p>
          <a:p>
            <a:r>
              <a:rPr lang="en-US" dirty="0"/>
              <a:t>Neither </a:t>
            </a:r>
            <a:r>
              <a:rPr lang="en-US" dirty="0" err="1"/>
              <a:t>blockchain</a:t>
            </a:r>
            <a:r>
              <a:rPr lang="en-US" dirty="0"/>
              <a:t> nor client-server but true peer-peer with super-peer confirmation. </a:t>
            </a:r>
          </a:p>
          <a:p>
            <a:r>
              <a:rPr lang="en-US" dirty="0"/>
              <a:t>Transactions cannot be undone unless both parties agree</a:t>
            </a:r>
          </a:p>
          <a:p>
            <a:r>
              <a:rPr lang="en-US" dirty="0"/>
              <a:t>Acts as account with stable currency. Especially suitable for countries with unstable currencies</a:t>
            </a:r>
          </a:p>
          <a:p>
            <a:r>
              <a:rPr lang="en-US" dirty="0"/>
              <a:t>Only fees incurred on deposit or withdrawal of cash (I.e. western union fees)</a:t>
            </a:r>
          </a:p>
          <a:p>
            <a:r>
              <a:rPr lang="en-US" dirty="0"/>
              <a:t>Clean – not a system for money launderers, drug dealers and terrorists, unlike some other "systems". </a:t>
            </a:r>
          </a:p>
          <a:p>
            <a:r>
              <a:rPr lang="en-US" dirty="0"/>
              <a:t>Not a speculative crypto-currency. In fact a basket of the top world currencies offering people extra security for their deposits</a:t>
            </a:r>
          </a:p>
        </p:txBody>
      </p:sp>
    </p:spTree>
    <p:extLst>
      <p:ext uri="{BB962C8B-B14F-4D97-AF65-F5344CB8AC3E}">
        <p14:creationId xmlns:p14="http://schemas.microsoft.com/office/powerpoint/2010/main" val="1951825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miley Face 3"/>
          <p:cNvSpPr/>
          <p:nvPr/>
        </p:nvSpPr>
        <p:spPr>
          <a:xfrm>
            <a:off x="1469035" y="494676"/>
            <a:ext cx="929391" cy="854440"/>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3357797" y="509666"/>
            <a:ext cx="1588957" cy="259329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Paypal</a:t>
            </a:r>
            <a:endParaRPr lang="en-GB" dirty="0"/>
          </a:p>
          <a:p>
            <a:pPr algn="ctr"/>
            <a:r>
              <a:rPr lang="en-GB" dirty="0"/>
              <a:t>Visa</a:t>
            </a:r>
          </a:p>
          <a:p>
            <a:pPr algn="ctr"/>
            <a:r>
              <a:rPr lang="en-GB" dirty="0"/>
              <a:t>IBAN</a:t>
            </a:r>
          </a:p>
          <a:p>
            <a:pPr algn="ctr"/>
            <a:r>
              <a:rPr lang="en-GB" dirty="0" err="1"/>
              <a:t>WesternUnion</a:t>
            </a:r>
            <a:endParaRPr lang="en-GB" dirty="0"/>
          </a:p>
          <a:p>
            <a:pPr algn="ctr"/>
            <a:endParaRPr lang="en-GB" dirty="0"/>
          </a:p>
          <a:p>
            <a:pPr algn="ctr"/>
            <a:endParaRPr lang="en-GB" dirty="0"/>
          </a:p>
        </p:txBody>
      </p:sp>
      <p:sp>
        <p:nvSpPr>
          <p:cNvPr id="6" name="Rectangle 5"/>
          <p:cNvSpPr/>
          <p:nvPr/>
        </p:nvSpPr>
        <p:spPr>
          <a:xfrm>
            <a:off x="5839582" y="324426"/>
            <a:ext cx="1304144" cy="257830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FOREX transaction to UWC</a:t>
            </a:r>
          </a:p>
        </p:txBody>
      </p:sp>
      <p:cxnSp>
        <p:nvCxnSpPr>
          <p:cNvPr id="8" name="Elbow Connector 7"/>
          <p:cNvCxnSpPr>
            <a:stCxn id="4" idx="6"/>
            <a:endCxn id="5" idx="1"/>
          </p:cNvCxnSpPr>
          <p:nvPr/>
        </p:nvCxnSpPr>
        <p:spPr>
          <a:xfrm>
            <a:off x="2398426" y="921896"/>
            <a:ext cx="959371" cy="884419"/>
          </a:xfrm>
          <a:prstGeom prst="bent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3"/>
            <a:endCxn id="6" idx="1"/>
          </p:cNvCxnSpPr>
          <p:nvPr/>
        </p:nvCxnSpPr>
        <p:spPr>
          <a:xfrm flipV="1">
            <a:off x="4946754" y="1613580"/>
            <a:ext cx="892828" cy="192735"/>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1" name="Rounded Rectangle 10"/>
          <p:cNvSpPr/>
          <p:nvPr/>
        </p:nvSpPr>
        <p:spPr>
          <a:xfrm>
            <a:off x="5861154" y="3762531"/>
            <a:ext cx="1304144" cy="1783830"/>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Super ledger</a:t>
            </a:r>
          </a:p>
        </p:txBody>
      </p:sp>
      <p:cxnSp>
        <p:nvCxnSpPr>
          <p:cNvPr id="15" name="Elbow Connector 14"/>
          <p:cNvCxnSpPr>
            <a:stCxn id="17" idx="3"/>
            <a:endCxn id="11" idx="1"/>
          </p:cNvCxnSpPr>
          <p:nvPr/>
        </p:nvCxnSpPr>
        <p:spPr>
          <a:xfrm>
            <a:off x="2248525" y="3447738"/>
            <a:ext cx="3612629" cy="1206708"/>
          </a:xfrm>
          <a:prstGeom prst="bent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7" name="Rounded Rectangle 16"/>
          <p:cNvSpPr/>
          <p:nvPr/>
        </p:nvSpPr>
        <p:spPr>
          <a:xfrm>
            <a:off x="794479" y="3028013"/>
            <a:ext cx="1454046" cy="839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Personal ledger </a:t>
            </a:r>
            <a:r>
              <a:rPr lang="en-GB" dirty="0" err="1"/>
              <a:t>blockchain</a:t>
            </a:r>
            <a:endParaRPr lang="en-GB" dirty="0"/>
          </a:p>
        </p:txBody>
      </p:sp>
      <p:sp>
        <p:nvSpPr>
          <p:cNvPr id="23" name="TextBox 22"/>
          <p:cNvSpPr txBox="1"/>
          <p:nvPr/>
        </p:nvSpPr>
        <p:spPr>
          <a:xfrm>
            <a:off x="8169639" y="1244184"/>
            <a:ext cx="3809569" cy="369332"/>
          </a:xfrm>
          <a:prstGeom prst="rect">
            <a:avLst/>
          </a:prstGeom>
          <a:noFill/>
        </p:spPr>
        <p:txBody>
          <a:bodyPr wrap="none" rtlCol="0">
            <a:spAutoFit/>
          </a:bodyPr>
          <a:lstStyle/>
          <a:p>
            <a:r>
              <a:rPr lang="en-GB" dirty="0"/>
              <a:t>Deposit and withdraw “local currency”</a:t>
            </a:r>
          </a:p>
        </p:txBody>
      </p:sp>
      <p:cxnSp>
        <p:nvCxnSpPr>
          <p:cNvPr id="25" name="Straight Arrow Connector 24"/>
          <p:cNvCxnSpPr>
            <a:stCxn id="6" idx="2"/>
            <a:endCxn id="11" idx="0"/>
          </p:cNvCxnSpPr>
          <p:nvPr/>
        </p:nvCxnSpPr>
        <p:spPr>
          <a:xfrm>
            <a:off x="6491654" y="2902734"/>
            <a:ext cx="21572" cy="859797"/>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8121488" y="2242201"/>
            <a:ext cx="2743200" cy="1200329"/>
          </a:xfrm>
          <a:prstGeom prst="rect">
            <a:avLst/>
          </a:prstGeom>
        </p:spPr>
        <p:txBody>
          <a:bodyPr rtlCol="0">
            <a:spAutoFit/>
          </a:bodyPr>
          <a:lstStyle/>
          <a:p>
            <a:pPr algn="ctr"/>
            <a:r>
              <a:rPr lang="en-US" dirty="0"/>
              <a:t>No charge for depositing. Transaction costs paid by end user on cash withdrawal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989757" y="809469"/>
            <a:ext cx="2360774" cy="369332"/>
          </a:xfrm>
          <a:prstGeom prst="rect">
            <a:avLst/>
          </a:prstGeom>
          <a:noFill/>
        </p:spPr>
        <p:txBody>
          <a:bodyPr wrap="none" rtlCol="0">
            <a:spAutoFit/>
          </a:bodyPr>
          <a:lstStyle/>
          <a:p>
            <a:r>
              <a:rPr lang="en-GB" dirty="0"/>
              <a:t>Transactional Examples</a:t>
            </a:r>
          </a:p>
        </p:txBody>
      </p:sp>
      <p:sp>
        <p:nvSpPr>
          <p:cNvPr id="5" name="Smiley Face 4"/>
          <p:cNvSpPr/>
          <p:nvPr/>
        </p:nvSpPr>
        <p:spPr>
          <a:xfrm>
            <a:off x="854439" y="1454046"/>
            <a:ext cx="1169233" cy="1034321"/>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Smiley Face 5"/>
          <p:cNvSpPr/>
          <p:nvPr/>
        </p:nvSpPr>
        <p:spPr>
          <a:xfrm>
            <a:off x="4616970" y="1379095"/>
            <a:ext cx="1319135" cy="1214203"/>
          </a:xfrm>
          <a:prstGeom prst="smileyFac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p:cNvSpPr/>
          <p:nvPr/>
        </p:nvSpPr>
        <p:spPr>
          <a:xfrm>
            <a:off x="884420" y="3237875"/>
            <a:ext cx="1259173" cy="8694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Personal ledger</a:t>
            </a:r>
          </a:p>
        </p:txBody>
      </p:sp>
      <p:sp>
        <p:nvSpPr>
          <p:cNvPr id="8" name="Rounded Rectangle 7"/>
          <p:cNvSpPr/>
          <p:nvPr/>
        </p:nvSpPr>
        <p:spPr>
          <a:xfrm>
            <a:off x="4706912" y="3132945"/>
            <a:ext cx="1319135" cy="94438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Personal ledger</a:t>
            </a:r>
          </a:p>
        </p:txBody>
      </p:sp>
      <p:cxnSp>
        <p:nvCxnSpPr>
          <p:cNvPr id="10" name="Straight Arrow Connector 9"/>
          <p:cNvCxnSpPr>
            <a:stCxn id="7" idx="3"/>
            <a:endCxn id="8" idx="1"/>
          </p:cNvCxnSpPr>
          <p:nvPr/>
        </p:nvCxnSpPr>
        <p:spPr>
          <a:xfrm flipV="1">
            <a:off x="2143593" y="3605135"/>
            <a:ext cx="2563319" cy="67455"/>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1" name="Rounded Rectangle 10"/>
          <p:cNvSpPr/>
          <p:nvPr/>
        </p:nvSpPr>
        <p:spPr>
          <a:xfrm>
            <a:off x="2278505" y="5111647"/>
            <a:ext cx="2548328" cy="1409075"/>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Super ledger</a:t>
            </a:r>
          </a:p>
        </p:txBody>
      </p:sp>
      <p:cxnSp>
        <p:nvCxnSpPr>
          <p:cNvPr id="13" name="Straight Arrow Connector 12"/>
          <p:cNvCxnSpPr>
            <a:stCxn id="7" idx="2"/>
            <a:endCxn id="11" idx="1"/>
          </p:cNvCxnSpPr>
          <p:nvPr/>
        </p:nvCxnSpPr>
        <p:spPr>
          <a:xfrm>
            <a:off x="1514007" y="4107305"/>
            <a:ext cx="764498" cy="170888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8" idx="2"/>
            <a:endCxn id="11" idx="3"/>
          </p:cNvCxnSpPr>
          <p:nvPr/>
        </p:nvCxnSpPr>
        <p:spPr>
          <a:xfrm flipH="1">
            <a:off x="4826833" y="4077325"/>
            <a:ext cx="539647" cy="173886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7332663" y="2986088"/>
            <a:ext cx="4568406" cy="2308324"/>
          </a:xfrm>
          <a:prstGeom prst="rect">
            <a:avLst/>
          </a:prstGeom>
          <a:noFill/>
        </p:spPr>
        <p:txBody>
          <a:bodyPr wrap="square" rtlCol="0" anchor="t">
            <a:spAutoFit/>
          </a:bodyPr>
          <a:lstStyle/>
          <a:p>
            <a:r>
              <a:rPr lang="en-GB" dirty="0"/>
              <a:t>Transaction recorded in each personal ledger.</a:t>
            </a:r>
          </a:p>
          <a:p>
            <a:endParaRPr lang="en-GB" dirty="0"/>
          </a:p>
          <a:p>
            <a:r>
              <a:rPr lang="en-GB" dirty="0"/>
              <a:t>Synchronised with super ledger periodically when </a:t>
            </a:r>
          </a:p>
          <a:p>
            <a:r>
              <a:rPr lang="en-GB" dirty="0"/>
              <a:t>internet is available</a:t>
            </a:r>
          </a:p>
          <a:p>
            <a:endParaRPr lang="en-GB" dirty="0"/>
          </a:p>
          <a:p>
            <a:r>
              <a:rPr lang="en-GB" dirty="0" err="1"/>
              <a:t>Chainblock</a:t>
            </a:r>
            <a:r>
              <a:rPr lang="en-GB" dirty="0"/>
              <a:t> is used for individual and complete </a:t>
            </a:r>
          </a:p>
          <a:p>
            <a:r>
              <a:rPr lang="en-GB" dirty="0"/>
              <a:t>ledger with separate chain for each ledger. </a:t>
            </a:r>
          </a:p>
        </p:txBody>
      </p:sp>
      <p:sp>
        <p:nvSpPr>
          <p:cNvPr id="17" name="TextBox 16"/>
          <p:cNvSpPr txBox="1"/>
          <p:nvPr/>
        </p:nvSpPr>
        <p:spPr>
          <a:xfrm>
            <a:off x="7360170" y="2023672"/>
            <a:ext cx="4473212" cy="1200329"/>
          </a:xfrm>
          <a:prstGeom prst="rect">
            <a:avLst/>
          </a:prstGeom>
          <a:noFill/>
        </p:spPr>
        <p:txBody>
          <a:bodyPr wrap="none" rtlCol="0">
            <a:spAutoFit/>
          </a:bodyPr>
          <a:lstStyle/>
          <a:p>
            <a:r>
              <a:rPr lang="en-GB" dirty="0"/>
              <a:t>It enables every personal ledger to be a Point </a:t>
            </a:r>
          </a:p>
          <a:p>
            <a:r>
              <a:rPr lang="en-GB" dirty="0"/>
              <a:t>Of Sale device without any account signup or </a:t>
            </a:r>
          </a:p>
          <a:p>
            <a:r>
              <a:rPr lang="en-GB" dirty="0"/>
              <a:t>Transactional overheads.</a:t>
            </a:r>
          </a:p>
          <a:p>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49508" y="494675"/>
            <a:ext cx="1888761" cy="22635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Personal Ledger</a:t>
            </a:r>
          </a:p>
        </p:txBody>
      </p:sp>
      <p:sp>
        <p:nvSpPr>
          <p:cNvPr id="5" name="Rounded Rectangle 4"/>
          <p:cNvSpPr/>
          <p:nvPr/>
        </p:nvSpPr>
        <p:spPr>
          <a:xfrm>
            <a:off x="4242217" y="2968052"/>
            <a:ext cx="3717560" cy="3342807"/>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Super Ledger</a:t>
            </a:r>
          </a:p>
        </p:txBody>
      </p:sp>
      <p:sp>
        <p:nvSpPr>
          <p:cNvPr id="6" name="Rounded Rectangle 5"/>
          <p:cNvSpPr/>
          <p:nvPr/>
        </p:nvSpPr>
        <p:spPr>
          <a:xfrm>
            <a:off x="9818558" y="359764"/>
            <a:ext cx="1528996" cy="35826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Traditional </a:t>
            </a:r>
          </a:p>
          <a:p>
            <a:pPr algn="ctr"/>
            <a:r>
              <a:rPr lang="en-GB" dirty="0"/>
              <a:t>Transfer </a:t>
            </a:r>
          </a:p>
          <a:p>
            <a:pPr algn="ctr"/>
            <a:r>
              <a:rPr lang="en-GB" dirty="0"/>
              <a:t>Mechanisms</a:t>
            </a:r>
          </a:p>
          <a:p>
            <a:pPr algn="ctr"/>
            <a:endParaRPr lang="en-GB" dirty="0"/>
          </a:p>
        </p:txBody>
      </p:sp>
      <p:sp>
        <p:nvSpPr>
          <p:cNvPr id="7" name="TextBox 6"/>
          <p:cNvSpPr txBox="1"/>
          <p:nvPr/>
        </p:nvSpPr>
        <p:spPr>
          <a:xfrm>
            <a:off x="4227226" y="599607"/>
            <a:ext cx="4627229" cy="923330"/>
          </a:xfrm>
          <a:prstGeom prst="rect">
            <a:avLst/>
          </a:prstGeom>
          <a:noFill/>
        </p:spPr>
        <p:txBody>
          <a:bodyPr wrap="none" rtlCol="0">
            <a:spAutoFit/>
          </a:bodyPr>
          <a:lstStyle/>
          <a:p>
            <a:r>
              <a:rPr lang="en-GB" dirty="0"/>
              <a:t>Super Ledger synchronises personal </a:t>
            </a:r>
          </a:p>
          <a:p>
            <a:r>
              <a:rPr lang="en-GB" dirty="0"/>
              <a:t>Ledger with deposits from “traditional” sources</a:t>
            </a:r>
          </a:p>
          <a:p>
            <a:r>
              <a:rPr lang="en-GB" dirty="0"/>
              <a:t>i.e. </a:t>
            </a:r>
            <a:r>
              <a:rPr lang="en-GB" dirty="0" err="1"/>
              <a:t>Paypal</a:t>
            </a:r>
            <a:r>
              <a:rPr lang="en-GB" dirty="0"/>
              <a:t>, bank transfer, Western Union</a:t>
            </a:r>
          </a:p>
        </p:txBody>
      </p:sp>
      <p:cxnSp>
        <p:nvCxnSpPr>
          <p:cNvPr id="9" name="Shape 8"/>
          <p:cNvCxnSpPr>
            <a:stCxn id="4" idx="2"/>
            <a:endCxn id="5" idx="1"/>
          </p:cNvCxnSpPr>
          <p:nvPr/>
        </p:nvCxnSpPr>
        <p:spPr>
          <a:xfrm rot="16200000" flipH="1">
            <a:off x="2027420" y="2424659"/>
            <a:ext cx="1881266" cy="2548328"/>
          </a:xfrm>
          <a:prstGeom prst="bentConnector2">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1" name="Shape 10"/>
          <p:cNvCxnSpPr>
            <a:stCxn id="5" idx="3"/>
            <a:endCxn id="6" idx="2"/>
          </p:cNvCxnSpPr>
          <p:nvPr/>
        </p:nvCxnSpPr>
        <p:spPr>
          <a:xfrm flipV="1">
            <a:off x="7959777" y="3942413"/>
            <a:ext cx="2623279" cy="697043"/>
          </a:xfrm>
          <a:prstGeom prst="bentConnector2">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244590" y="4991725"/>
            <a:ext cx="3049104" cy="646331"/>
          </a:xfrm>
          <a:prstGeom prst="rect">
            <a:avLst/>
          </a:prstGeom>
          <a:noFill/>
        </p:spPr>
        <p:txBody>
          <a:bodyPr wrap="none" rtlCol="0">
            <a:spAutoFit/>
          </a:bodyPr>
          <a:lstStyle/>
          <a:p>
            <a:r>
              <a:rPr lang="en-GB" dirty="0"/>
              <a:t>Super Ledger is the audit store</a:t>
            </a:r>
          </a:p>
          <a:p>
            <a:r>
              <a:rPr lang="en-GB" dirty="0"/>
              <a:t>Of all individual ledgers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629587" y="944380"/>
            <a:ext cx="3194016" cy="3416320"/>
          </a:xfrm>
          <a:prstGeom prst="rect">
            <a:avLst/>
          </a:prstGeom>
          <a:noFill/>
        </p:spPr>
        <p:txBody>
          <a:bodyPr wrap="none" rtlCol="0">
            <a:spAutoFit/>
          </a:bodyPr>
          <a:lstStyle/>
          <a:p>
            <a:r>
              <a:rPr lang="en-GB" dirty="0"/>
              <a:t>If </a:t>
            </a:r>
            <a:r>
              <a:rPr lang="en-GB" b="1" i="1" dirty="0" err="1"/>
              <a:t>CylinderSeal</a:t>
            </a:r>
            <a:r>
              <a:rPr lang="en-GB" dirty="0"/>
              <a:t> reaches</a:t>
            </a:r>
          </a:p>
          <a:p>
            <a:r>
              <a:rPr lang="en-GB" dirty="0"/>
              <a:t>Critical mass of users the use of </a:t>
            </a:r>
          </a:p>
          <a:p>
            <a:r>
              <a:rPr lang="en-GB" dirty="0"/>
              <a:t>Unstable local currencies will</a:t>
            </a:r>
          </a:p>
          <a:p>
            <a:r>
              <a:rPr lang="en-GB" dirty="0"/>
              <a:t>greatly diminish. </a:t>
            </a:r>
          </a:p>
          <a:p>
            <a:endParaRPr lang="en-GB" dirty="0"/>
          </a:p>
          <a:p>
            <a:endParaRPr lang="en-GB" dirty="0"/>
          </a:p>
          <a:p>
            <a:r>
              <a:rPr lang="en-GB" dirty="0"/>
              <a:t>Most of the deposit will come </a:t>
            </a:r>
          </a:p>
          <a:p>
            <a:r>
              <a:rPr lang="en-GB" dirty="0"/>
              <a:t>in by way of remittances </a:t>
            </a:r>
          </a:p>
          <a:p>
            <a:r>
              <a:rPr lang="en-GB" dirty="0"/>
              <a:t>And be spent in local economy </a:t>
            </a:r>
          </a:p>
          <a:p>
            <a:r>
              <a:rPr lang="en-GB" dirty="0"/>
              <a:t>using </a:t>
            </a:r>
            <a:r>
              <a:rPr lang="en-GB" b="1" i="1" dirty="0" err="1"/>
              <a:t>CylinderSeal</a:t>
            </a:r>
            <a:r>
              <a:rPr lang="en-GB" dirty="0"/>
              <a:t> as the</a:t>
            </a:r>
          </a:p>
          <a:p>
            <a:r>
              <a:rPr lang="en-GB" dirty="0"/>
              <a:t>payment mechanism for </a:t>
            </a:r>
          </a:p>
          <a:p>
            <a:r>
              <a:rPr lang="en-GB" dirty="0"/>
              <a:t>merchants and vendors.</a:t>
            </a:r>
          </a:p>
        </p:txBody>
      </p:sp>
      <p:sp>
        <p:nvSpPr>
          <p:cNvPr id="6" name="TextBox 5"/>
          <p:cNvSpPr txBox="1"/>
          <p:nvPr/>
        </p:nvSpPr>
        <p:spPr>
          <a:xfrm>
            <a:off x="9114019" y="944380"/>
            <a:ext cx="2593723" cy="2862322"/>
          </a:xfrm>
          <a:prstGeom prst="rect">
            <a:avLst/>
          </a:prstGeom>
          <a:noFill/>
        </p:spPr>
        <p:txBody>
          <a:bodyPr wrap="none" rtlCol="0">
            <a:spAutoFit/>
          </a:bodyPr>
          <a:lstStyle/>
          <a:p>
            <a:r>
              <a:rPr lang="en-GB" dirty="0"/>
              <a:t>This would allow the </a:t>
            </a:r>
          </a:p>
          <a:p>
            <a:r>
              <a:rPr lang="en-GB" dirty="0"/>
              <a:t>Leveraging of deposits</a:t>
            </a:r>
          </a:p>
          <a:p>
            <a:r>
              <a:rPr lang="en-GB" dirty="0"/>
              <a:t>by </a:t>
            </a:r>
            <a:r>
              <a:rPr lang="en-GB" b="1" i="1" dirty="0" err="1"/>
              <a:t>CylinderSeal</a:t>
            </a:r>
            <a:r>
              <a:rPr lang="en-GB" dirty="0"/>
              <a:t> the main </a:t>
            </a:r>
          </a:p>
          <a:p>
            <a:r>
              <a:rPr lang="en-GB" dirty="0"/>
              <a:t>Source of income. </a:t>
            </a:r>
          </a:p>
          <a:p>
            <a:endParaRPr lang="en-GB" dirty="0"/>
          </a:p>
          <a:p>
            <a:r>
              <a:rPr lang="en-GB" dirty="0"/>
              <a:t>The larger the number of </a:t>
            </a:r>
          </a:p>
          <a:p>
            <a:r>
              <a:rPr lang="en-GB" dirty="0"/>
              <a:t>Merchants, the higher </a:t>
            </a:r>
          </a:p>
          <a:p>
            <a:r>
              <a:rPr lang="en-GB" dirty="0"/>
              <a:t>Monetary velocity can be</a:t>
            </a:r>
          </a:p>
          <a:p>
            <a:r>
              <a:rPr lang="en-GB" dirty="0"/>
              <a:t>achieved</a:t>
            </a:r>
          </a:p>
          <a:p>
            <a:endParaRPr lang="en-GB" dirty="0"/>
          </a:p>
        </p:txBody>
      </p:sp>
      <p:sp>
        <p:nvSpPr>
          <p:cNvPr id="7" name="TextBox 6"/>
          <p:cNvSpPr txBox="1"/>
          <p:nvPr/>
        </p:nvSpPr>
        <p:spPr>
          <a:xfrm>
            <a:off x="9114019" y="4075158"/>
            <a:ext cx="2862002" cy="923330"/>
          </a:xfrm>
          <a:prstGeom prst="rect">
            <a:avLst/>
          </a:prstGeom>
          <a:noFill/>
        </p:spPr>
        <p:txBody>
          <a:bodyPr wrap="none" rtlCol="0">
            <a:spAutoFit/>
          </a:bodyPr>
          <a:lstStyle/>
          <a:p>
            <a:r>
              <a:rPr lang="en-GB" dirty="0"/>
              <a:t>Critical mass of customers is</a:t>
            </a:r>
          </a:p>
          <a:p>
            <a:r>
              <a:rPr lang="en-GB" dirty="0"/>
              <a:t>Essential to achieve traction </a:t>
            </a:r>
          </a:p>
          <a:p>
            <a:r>
              <a:rPr lang="en-GB" dirty="0"/>
              <a:t>for merchants.</a:t>
            </a:r>
          </a:p>
        </p:txBody>
      </p:sp>
      <p:sp>
        <p:nvSpPr>
          <p:cNvPr id="8" name="TextBox 7"/>
          <p:cNvSpPr txBox="1"/>
          <p:nvPr/>
        </p:nvSpPr>
        <p:spPr>
          <a:xfrm>
            <a:off x="4991725" y="299803"/>
            <a:ext cx="2126864" cy="400110"/>
          </a:xfrm>
          <a:prstGeom prst="rect">
            <a:avLst/>
          </a:prstGeom>
          <a:noFill/>
        </p:spPr>
        <p:txBody>
          <a:bodyPr wrap="none" rtlCol="0">
            <a:spAutoFit/>
          </a:bodyPr>
          <a:lstStyle/>
          <a:p>
            <a:r>
              <a:rPr lang="en-GB" sz="2000" b="1" dirty="0"/>
              <a:t>Monetary velocity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potential?</a:t>
            </a:r>
          </a:p>
        </p:txBody>
      </p:sp>
      <p:sp>
        <p:nvSpPr>
          <p:cNvPr id="3" name="Content Placeholder 2"/>
          <p:cNvSpPr>
            <a:spLocks noGrp="1"/>
          </p:cNvSpPr>
          <p:nvPr>
            <p:ph idx="1"/>
          </p:nvPr>
        </p:nvSpPr>
        <p:spPr/>
        <p:txBody>
          <a:bodyPr vert="horz" lIns="91440" tIns="45720" rIns="91440" bIns="45720" rtlCol="0" anchor="t">
            <a:normAutofit fontScale="92500" lnSpcReduction="10000"/>
          </a:bodyPr>
          <a:lstStyle/>
          <a:p>
            <a:r>
              <a:rPr lang="en-US" dirty="0"/>
              <a:t>As more funds accumulate and more "goods and services" exchange hand for the first time over the network, the inherent "value" within the system is multiplied allowing for the generation of loans and other services from the system. </a:t>
            </a:r>
          </a:p>
          <a:p>
            <a:r>
              <a:rPr lang="en-US" dirty="0"/>
              <a:t>Due to the potential for generating income from the use of the system for low-value goods and services by amateur buyers and sellers the system can remain essentially free to end users, encouraging adoption. </a:t>
            </a:r>
          </a:p>
          <a:p>
            <a:pPr marL="685800"/>
            <a:r>
              <a:rPr lang="en-US" dirty="0"/>
              <a:t>The initial growth is critical and financial incentives need to be developed to achieve initial traction with the "core" users:</a:t>
            </a:r>
          </a:p>
          <a:p>
            <a:pPr lvl="1"/>
            <a:r>
              <a:rPr lang="en-US" dirty="0"/>
              <a:t>Senders of remittances </a:t>
            </a:r>
          </a:p>
          <a:p>
            <a:pPr lvl="1"/>
            <a:r>
              <a:rPr lang="en-US" dirty="0"/>
              <a:t>Receivers of remittances</a:t>
            </a:r>
          </a:p>
          <a:p>
            <a:pPr lvl="1"/>
            <a:r>
              <a:rPr lang="en-US" dirty="0"/>
              <a:t>Retailers and small merchants in the developing world</a:t>
            </a:r>
          </a:p>
        </p:txBody>
      </p:sp>
    </p:spTree>
    <p:extLst>
      <p:ext uri="{BB962C8B-B14F-4D97-AF65-F5344CB8AC3E}">
        <p14:creationId xmlns:p14="http://schemas.microsoft.com/office/powerpoint/2010/main" val="2605919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Compared to competition</a:t>
            </a:r>
          </a:p>
        </p:txBody>
      </p:sp>
      <p:sp>
        <p:nvSpPr>
          <p:cNvPr id="8" name="Content Placeholder 7"/>
          <p:cNvSpPr>
            <a:spLocks noGrp="1"/>
          </p:cNvSpPr>
          <p:nvPr>
            <p:ph idx="1"/>
          </p:nvPr>
        </p:nvSpPr>
        <p:spPr>
          <a:xfrm>
            <a:off x="874713" y="1449984"/>
            <a:ext cx="10515600" cy="5217516"/>
          </a:xfrm>
        </p:spPr>
        <p:txBody>
          <a:bodyPr vert="horz" lIns="91440" tIns="45720" rIns="91440" bIns="45720" rtlCol="0" anchor="t">
            <a:normAutofit fontScale="55000" lnSpcReduction="20000"/>
          </a:bodyPr>
          <a:lstStyle/>
          <a:p>
            <a:r>
              <a:rPr lang="en-US" dirty="0"/>
              <a:t>Bitcoin and other cryptocurrencies</a:t>
            </a:r>
          </a:p>
          <a:p>
            <a:pPr marL="685800"/>
            <a:r>
              <a:rPr lang="en-US" sz="2400" dirty="0"/>
              <a:t>Not trusted as a "real" currency by most people</a:t>
            </a:r>
          </a:p>
          <a:p>
            <a:pPr lvl="1"/>
            <a:r>
              <a:rPr lang="en-US" dirty="0"/>
              <a:t>Speculative currency with wide swings up and down</a:t>
            </a:r>
          </a:p>
          <a:p>
            <a:pPr lvl="1"/>
            <a:r>
              <a:rPr lang="en-US" dirty="0"/>
              <a:t>Only used by the tech savvy and criminals.</a:t>
            </a:r>
          </a:p>
          <a:p>
            <a:pPr marL="0" indent="-457200"/>
            <a:r>
              <a:rPr lang="en-US" dirty="0"/>
              <a:t>New "fund transfer apps" (</a:t>
            </a:r>
            <a:r>
              <a:rPr lang="en-US" dirty="0" err="1"/>
              <a:t>revolut</a:t>
            </a:r>
            <a:r>
              <a:rPr lang="en-US" dirty="0"/>
              <a:t> and others)</a:t>
            </a:r>
          </a:p>
          <a:p>
            <a:pPr lvl="1"/>
            <a:r>
              <a:rPr lang="en-US" dirty="0"/>
              <a:t>Incur fees on cash withdrawal </a:t>
            </a:r>
          </a:p>
          <a:p>
            <a:pPr lvl="1"/>
            <a:r>
              <a:rPr lang="en-US" dirty="0"/>
              <a:t>Needs MasterCard or Visa – which charge fees to merchants</a:t>
            </a:r>
          </a:p>
          <a:p>
            <a:pPr lvl="1"/>
            <a:r>
              <a:rPr lang="en-US" dirty="0"/>
              <a:t>Does not offer platform for electronic merchant services to developing world</a:t>
            </a:r>
          </a:p>
          <a:p>
            <a:pPr lvl="1"/>
            <a:r>
              <a:rPr lang="en-US" dirty="0"/>
              <a:t>Cannot offer loan services and other end-end financial services since capital is simply traded through this medium and there is no compelling reason for money to circulate "within" the </a:t>
            </a:r>
            <a:r>
              <a:rPr lang="en-US" dirty="0" err="1"/>
              <a:t>revolut</a:t>
            </a:r>
            <a:r>
              <a:rPr lang="en-US" dirty="0"/>
              <a:t> system.</a:t>
            </a:r>
          </a:p>
          <a:p>
            <a:pPr lvl="1"/>
            <a:r>
              <a:rPr lang="en-US" dirty="0"/>
              <a:t>Designed for developed world customers visiting other developed world countries</a:t>
            </a:r>
          </a:p>
          <a:p>
            <a:r>
              <a:rPr lang="en-US" dirty="0"/>
              <a:t>Western-union and cash</a:t>
            </a:r>
          </a:p>
          <a:p>
            <a:pPr marL="685800"/>
            <a:r>
              <a:rPr lang="en-US" sz="2400" dirty="0"/>
              <a:t>High fees</a:t>
            </a:r>
          </a:p>
          <a:p>
            <a:pPr marL="685800"/>
            <a:r>
              <a:rPr lang="en-US" sz="2400" dirty="0"/>
              <a:t>Expensive to send and receive</a:t>
            </a:r>
          </a:p>
          <a:p>
            <a:pPr marL="685800"/>
            <a:r>
              <a:rPr lang="en-US" sz="2400" dirty="0"/>
              <a:t>Laborious</a:t>
            </a:r>
          </a:p>
          <a:p>
            <a:pPr lvl="1"/>
            <a:r>
              <a:rPr lang="en-US" dirty="0"/>
              <a:t>No way of raising peer-peer loans</a:t>
            </a:r>
          </a:p>
          <a:p>
            <a:pPr lvl="1"/>
            <a:r>
              <a:rPr lang="en-US" dirty="0"/>
              <a:t>Open to physical theft</a:t>
            </a:r>
          </a:p>
          <a:p>
            <a:r>
              <a:rPr lang="en-US" dirty="0"/>
              <a:t>Developing world oriented systems (I love </a:t>
            </a:r>
            <a:r>
              <a:rPr lang="en-US" dirty="0" err="1"/>
              <a:t>zoona</a:t>
            </a:r>
            <a:r>
              <a:rPr lang="en-US" dirty="0"/>
              <a:t>, SMS payments </a:t>
            </a:r>
            <a:r>
              <a:rPr lang="en-US" dirty="0" err="1"/>
              <a:t>etc</a:t>
            </a:r>
            <a:r>
              <a:rPr lang="en-US" dirty="0"/>
              <a:t>)</a:t>
            </a:r>
          </a:p>
          <a:p>
            <a:pPr marL="1143000" lvl="1"/>
            <a:r>
              <a:rPr lang="en-US" dirty="0"/>
              <a:t>Network connected and high charges</a:t>
            </a:r>
          </a:p>
          <a:p>
            <a:pPr lvl="1"/>
            <a:r>
              <a:rPr lang="en-US" dirty="0"/>
              <a:t>No direct connection to free remittance transfers</a:t>
            </a:r>
          </a:p>
          <a:p>
            <a:pPr lvl="1"/>
            <a:r>
              <a:rPr lang="en-US" dirty="0"/>
              <a:t>Maintains balances in unsafe local currencies</a:t>
            </a:r>
          </a:p>
          <a:p>
            <a:pPr lvl="1"/>
            <a:r>
              <a:rPr lang="en-US" dirty="0"/>
              <a:t>Limited in scope to a few countries, not transnational</a:t>
            </a:r>
          </a:p>
          <a:p>
            <a:pPr lvl="1"/>
            <a:r>
              <a:rPr lang="en-US" dirty="0"/>
              <a:t>Doesn't directly </a:t>
            </a:r>
            <a:r>
              <a:rPr lang="en-US" dirty="0" err="1"/>
              <a:t>incentivise</a:t>
            </a:r>
            <a:r>
              <a:rPr lang="en-US" dirty="0"/>
              <a:t> increase in monetary velocity within the system.</a:t>
            </a:r>
          </a:p>
        </p:txBody>
      </p:sp>
    </p:spTree>
    <p:extLst>
      <p:ext uri="{BB962C8B-B14F-4D97-AF65-F5344CB8AC3E}">
        <p14:creationId xmlns:p14="http://schemas.microsoft.com/office/powerpoint/2010/main" val="409713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 of action</a:t>
            </a:r>
          </a:p>
        </p:txBody>
      </p:sp>
      <p:sp>
        <p:nvSpPr>
          <p:cNvPr id="3" name="Content Placeholder 2"/>
          <p:cNvSpPr>
            <a:spLocks noGrp="1"/>
          </p:cNvSpPr>
          <p:nvPr>
            <p:ph idx="1"/>
          </p:nvPr>
        </p:nvSpPr>
        <p:spPr/>
        <p:txBody>
          <a:bodyPr vert="horz" lIns="91440" tIns="45720" rIns="91440" bIns="45720" rtlCol="0" anchor="t">
            <a:normAutofit fontScale="92500"/>
          </a:bodyPr>
          <a:lstStyle/>
          <a:p>
            <a:r>
              <a:rPr lang="en-US" dirty="0"/>
              <a:t>Build finance, marketing, software, infrastructure and crypto team. </a:t>
            </a:r>
          </a:p>
          <a:p>
            <a:r>
              <a:rPr lang="en-US" dirty="0"/>
              <a:t>Build relationship for deposit and withdrawal schemes</a:t>
            </a:r>
          </a:p>
          <a:p>
            <a:r>
              <a:rPr lang="en-US" dirty="0"/>
              <a:t>Regulatory approval</a:t>
            </a:r>
          </a:p>
          <a:p>
            <a:r>
              <a:rPr lang="en-US" dirty="0"/>
              <a:t>Roll out Backend and front end system at multiple developing countries</a:t>
            </a:r>
          </a:p>
          <a:p>
            <a:r>
              <a:rPr lang="en-US" dirty="0"/>
              <a:t>Roll out system worldwide via Google Play and Apple App Store</a:t>
            </a:r>
          </a:p>
          <a:p>
            <a:r>
              <a:rPr lang="en-US" dirty="0"/>
              <a:t>Social Media campaign aimed at remittance senders, receivers as well as small merchants individual traders in developing world countries. </a:t>
            </a:r>
          </a:p>
          <a:p>
            <a:r>
              <a:rPr lang="en-US" dirty="0"/>
              <a:t>?????</a:t>
            </a:r>
          </a:p>
          <a:p>
            <a:r>
              <a:rPr lang="en-US" dirty="0"/>
              <a:t>Profit!</a:t>
            </a:r>
          </a:p>
        </p:txBody>
      </p:sp>
    </p:spTree>
    <p:extLst>
      <p:ext uri="{BB962C8B-B14F-4D97-AF65-F5344CB8AC3E}">
        <p14:creationId xmlns:p14="http://schemas.microsoft.com/office/powerpoint/2010/main" val="730554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SWOT - Strengths</a:t>
            </a:r>
          </a:p>
        </p:txBody>
      </p:sp>
      <p:sp>
        <p:nvSpPr>
          <p:cNvPr id="3" name="Content Placeholder 2"/>
          <p:cNvSpPr>
            <a:spLocks noGrp="1"/>
          </p:cNvSpPr>
          <p:nvPr>
            <p:ph idx="1"/>
          </p:nvPr>
        </p:nvSpPr>
        <p:spPr/>
        <p:txBody>
          <a:bodyPr vert="horz" lIns="91440" tIns="45720" rIns="91440" bIns="45720" rtlCol="0" anchor="t">
            <a:normAutofit lnSpcReduction="10000"/>
          </a:bodyPr>
          <a:lstStyle/>
          <a:p>
            <a:r>
              <a:rPr lang="en-US" dirty="0"/>
              <a:t>Low barriers to entry for both normal consumers as well as small retailers in the developing world</a:t>
            </a:r>
          </a:p>
          <a:p>
            <a:r>
              <a:rPr lang="en-US" dirty="0"/>
              <a:t>Very low transactional expenses for users and retailers</a:t>
            </a:r>
          </a:p>
          <a:p>
            <a:r>
              <a:rPr lang="en-US" dirty="0"/>
              <a:t>Reduces cost and complexity in sending international remittances</a:t>
            </a:r>
          </a:p>
          <a:p>
            <a:r>
              <a:rPr lang="en-US" dirty="0"/>
              <a:t>Enables risk free cross border trade in developing countries with no forex fluctuation risk</a:t>
            </a:r>
          </a:p>
          <a:p>
            <a:r>
              <a:rPr lang="en-US" dirty="0"/>
              <a:t>Safe haven for depositors in unstable currencies</a:t>
            </a:r>
          </a:p>
          <a:p>
            <a:r>
              <a:rPr lang="en-US" dirty="0"/>
              <a:t>Builds an eco-system to persist deposits within </a:t>
            </a:r>
            <a:r>
              <a:rPr lang="en-US" dirty="0" err="1"/>
              <a:t>CylinderSeal</a:t>
            </a:r>
            <a:r>
              <a:rPr lang="en-US" dirty="0"/>
              <a:t> system allowing deposits to mushroom.</a:t>
            </a:r>
          </a:p>
          <a:p>
            <a:r>
              <a:rPr lang="en-US" dirty="0"/>
              <a:t>Allow the generation of low cost loans in high interest rate countries</a:t>
            </a:r>
          </a:p>
        </p:txBody>
      </p:sp>
    </p:spTree>
    <p:extLst>
      <p:ext uri="{BB962C8B-B14F-4D97-AF65-F5344CB8AC3E}">
        <p14:creationId xmlns:p14="http://schemas.microsoft.com/office/powerpoint/2010/main" val="1147292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SWOT - Weaknesses</a:t>
            </a:r>
          </a:p>
        </p:txBody>
      </p:sp>
      <p:sp>
        <p:nvSpPr>
          <p:cNvPr id="3" name="Content Placeholder 2"/>
          <p:cNvSpPr>
            <a:spLocks noGrp="1"/>
          </p:cNvSpPr>
          <p:nvPr>
            <p:ph idx="1"/>
          </p:nvPr>
        </p:nvSpPr>
        <p:spPr/>
        <p:txBody>
          <a:bodyPr vert="horz" lIns="91440" tIns="45720" rIns="91440" bIns="45720" rtlCol="0" anchor="t">
            <a:normAutofit lnSpcReduction="10000"/>
          </a:bodyPr>
          <a:lstStyle/>
          <a:p>
            <a:r>
              <a:rPr lang="en-US" dirty="0"/>
              <a:t>Not established. Zero reputation in target markets</a:t>
            </a:r>
          </a:p>
          <a:p>
            <a:r>
              <a:rPr lang="en-US" dirty="0"/>
              <a:t>Central Banks in other countries may deem the use of a basket of foreign currencies a threat to deposits in the national currency</a:t>
            </a:r>
          </a:p>
          <a:p>
            <a:r>
              <a:rPr lang="en-US" dirty="0"/>
              <a:t>Incumbent transaction providers can copy the idea before the </a:t>
            </a:r>
            <a:r>
              <a:rPr lang="en-US" dirty="0" err="1"/>
              <a:t>CylinderSeal</a:t>
            </a:r>
            <a:r>
              <a:rPr lang="en-US" dirty="0"/>
              <a:t> achieves critical mass</a:t>
            </a:r>
          </a:p>
          <a:p>
            <a:r>
              <a:rPr lang="en-US" dirty="0"/>
              <a:t>Potential security breaches reducing faith in the safety of capital in the system</a:t>
            </a:r>
          </a:p>
          <a:p>
            <a:r>
              <a:rPr lang="en-US" dirty="0"/>
              <a:t>Examples of users or retailers being robbed by forcing them into transactions (though this is unlikely since the recipient would reveal himself to </a:t>
            </a:r>
            <a:r>
              <a:rPr lang="en-US" dirty="0" err="1"/>
              <a:t>CylinderSeal</a:t>
            </a:r>
            <a:r>
              <a:rPr lang="en-US" dirty="0"/>
              <a:t> and the authorities by receiving the transfer.</a:t>
            </a:r>
          </a:p>
        </p:txBody>
      </p:sp>
    </p:spTree>
    <p:extLst>
      <p:ext uri="{BB962C8B-B14F-4D97-AF65-F5344CB8AC3E}">
        <p14:creationId xmlns:p14="http://schemas.microsoft.com/office/powerpoint/2010/main" val="2329332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SWOT - Opportunities</a:t>
            </a:r>
          </a:p>
        </p:txBody>
      </p:sp>
      <p:sp>
        <p:nvSpPr>
          <p:cNvPr id="3" name="Content Placeholder 2"/>
          <p:cNvSpPr>
            <a:spLocks noGrp="1"/>
          </p:cNvSpPr>
          <p:nvPr>
            <p:ph idx="1"/>
          </p:nvPr>
        </p:nvSpPr>
        <p:spPr/>
        <p:txBody>
          <a:bodyPr vert="horz" lIns="91440" tIns="45720" rIns="91440" bIns="45720" rtlCol="0" anchor="t">
            <a:normAutofit fontScale="92500"/>
          </a:bodyPr>
          <a:lstStyle/>
          <a:p>
            <a:r>
              <a:rPr lang="en-US" dirty="0"/>
              <a:t>4 billion people to buy and sell easily</a:t>
            </a:r>
          </a:p>
          <a:p>
            <a:r>
              <a:rPr lang="en-US" dirty="0"/>
              <a:t>Tens of millions of small traders and service providers being able to take electronic payments safely and securely at very low barrier to entry</a:t>
            </a:r>
          </a:p>
          <a:p>
            <a:r>
              <a:rPr lang="en-US" dirty="0"/>
              <a:t>Increase in commerce within and outside borders of developing world countries</a:t>
            </a:r>
          </a:p>
          <a:p>
            <a:r>
              <a:rPr lang="en-US" dirty="0"/>
              <a:t>Reduction in the size of the "black market" by enabling easy and safe transactions for even the smallest transactions</a:t>
            </a:r>
          </a:p>
          <a:p>
            <a:r>
              <a:rPr lang="en-US" dirty="0"/>
              <a:t>Taking the market for remittances, micro-transactions and micro-credit whilst cutting out all middlemen including payment processors and phone networks</a:t>
            </a:r>
          </a:p>
        </p:txBody>
      </p:sp>
    </p:spTree>
    <p:extLst>
      <p:ext uri="{BB962C8B-B14F-4D97-AF65-F5344CB8AC3E}">
        <p14:creationId xmlns:p14="http://schemas.microsoft.com/office/powerpoint/2010/main" val="4060533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SWOT - Threats</a:t>
            </a:r>
          </a:p>
        </p:txBody>
      </p:sp>
      <p:sp>
        <p:nvSpPr>
          <p:cNvPr id="3" name="Content Placeholder 2"/>
          <p:cNvSpPr>
            <a:spLocks noGrp="1"/>
          </p:cNvSpPr>
          <p:nvPr>
            <p:ph idx="1"/>
          </p:nvPr>
        </p:nvSpPr>
        <p:spPr/>
        <p:txBody>
          <a:bodyPr vert="horz" lIns="91440" tIns="45720" rIns="91440" bIns="45720" rtlCol="0" anchor="t">
            <a:normAutofit/>
          </a:bodyPr>
          <a:lstStyle/>
          <a:p>
            <a:r>
              <a:rPr lang="en-US" dirty="0"/>
              <a:t>Non-progressive countries taking a dim view of the "threat" to their established banks</a:t>
            </a:r>
          </a:p>
          <a:p>
            <a:r>
              <a:rPr lang="en-US" dirty="0"/>
              <a:t>People's reluctance to join the "white" market and fearing that the government would seek to tax them if their transactions are out in the open</a:t>
            </a:r>
          </a:p>
          <a:p>
            <a:r>
              <a:rPr lang="en-US" dirty="0"/>
              <a:t>Competitors offering alternatives around a similar principle</a:t>
            </a:r>
          </a:p>
          <a:p>
            <a:r>
              <a:rPr lang="en-US" dirty="0"/>
              <a:t>Uptake by criminal groups diminishing the reputation of the platform.</a:t>
            </a:r>
          </a:p>
        </p:txBody>
      </p:sp>
    </p:spTree>
    <p:extLst>
      <p:ext uri="{BB962C8B-B14F-4D97-AF65-F5344CB8AC3E}">
        <p14:creationId xmlns:p14="http://schemas.microsoft.com/office/powerpoint/2010/main" val="3249210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CylinderSeal</a:t>
            </a:r>
            <a:r>
              <a:rPr lang="en-US" dirty="0"/>
              <a:t> – what's behind the name</a:t>
            </a:r>
          </a:p>
        </p:txBody>
      </p:sp>
      <p:sp>
        <p:nvSpPr>
          <p:cNvPr id="3" name="Content Placeholder 2"/>
          <p:cNvSpPr>
            <a:spLocks noGrp="1"/>
          </p:cNvSpPr>
          <p:nvPr>
            <p:ph idx="1"/>
          </p:nvPr>
        </p:nvSpPr>
        <p:spPr/>
        <p:txBody>
          <a:bodyPr vert="horz" lIns="91440" tIns="45720" rIns="91440" bIns="45720" rtlCol="0" anchor="t">
            <a:normAutofit/>
          </a:bodyPr>
          <a:lstStyle/>
          <a:p>
            <a:r>
              <a:rPr lang="en-US" dirty="0"/>
              <a:t>Cylinder Seals were the first authentication mechanisms for transactions used by the Sumerians circa 4000BC</a:t>
            </a:r>
          </a:p>
          <a:p>
            <a:r>
              <a:rPr lang="en-US" dirty="0"/>
              <a:t>The system worked so well it was in use for millennia due to its simplicity and ubiquity</a:t>
            </a:r>
          </a:p>
          <a:p>
            <a:r>
              <a:rPr lang="en-US" dirty="0"/>
              <a:t>It enabled the explosive growth in </a:t>
            </a:r>
            <a:r>
              <a:rPr lang="en-GB" dirty="0"/>
              <a:t>civilisation</a:t>
            </a:r>
            <a:r>
              <a:rPr lang="en-US" dirty="0"/>
              <a:t> by enabling trade and commerce to be carried out with </a:t>
            </a:r>
            <a:r>
              <a:rPr lang="en-GB" dirty="0"/>
              <a:t>accountability</a:t>
            </a:r>
            <a:r>
              <a:rPr lang="en-US" dirty="0"/>
              <a:t>. </a:t>
            </a:r>
          </a:p>
          <a:p>
            <a:r>
              <a:rPr lang="en-US" dirty="0"/>
              <a:t>It predated the use of cash, and importantly avoided anonymity for transactions that cash afforded. </a:t>
            </a:r>
          </a:p>
          <a:p>
            <a:r>
              <a:rPr lang="en-US" dirty="0"/>
              <a:t>Bitcoin is "cash" </a:t>
            </a:r>
            <a:r>
              <a:rPr lang="en-US" b="1" i="1" dirty="0" err="1"/>
              <a:t>CylinderSeal</a:t>
            </a:r>
            <a:r>
              <a:rPr lang="en-US" dirty="0"/>
              <a:t> is a "cylinder seal"!</a:t>
            </a:r>
          </a:p>
        </p:txBody>
      </p:sp>
    </p:spTree>
    <p:extLst>
      <p:ext uri="{BB962C8B-B14F-4D97-AF65-F5344CB8AC3E}">
        <p14:creationId xmlns:p14="http://schemas.microsoft.com/office/powerpoint/2010/main" val="42672537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team</a:t>
            </a:r>
          </a:p>
        </p:txBody>
      </p:sp>
      <p:graphicFrame>
        <p:nvGraphicFramePr>
          <p:cNvPr id="5" name="Diagram 4"/>
          <p:cNvGraphicFramePr/>
          <p:nvPr>
            <p:extLst>
              <p:ext uri="{D42A27DB-BD31-4B8C-83A1-F6EECF244321}">
                <p14:modId xmlns:p14="http://schemas.microsoft.com/office/powerpoint/2010/main" val="2059692008"/>
              </p:ext>
            </p:extLst>
          </p:nvPr>
        </p:nvGraphicFramePr>
        <p:xfrm>
          <a:off x="343842" y="-176808"/>
          <a:ext cx="11129317" cy="66577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42768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founder – </a:t>
            </a:r>
            <a:r>
              <a:rPr lang="en-US" dirty="0" err="1"/>
              <a:t>Dr</a:t>
            </a:r>
            <a:r>
              <a:rPr lang="en-US" dirty="0"/>
              <a:t> </a:t>
            </a:r>
            <a:r>
              <a:rPr lang="en-US" dirty="0" err="1"/>
              <a:t>Hayder</a:t>
            </a:r>
            <a:r>
              <a:rPr lang="en-US" dirty="0"/>
              <a:t> Aziz</a:t>
            </a:r>
          </a:p>
        </p:txBody>
      </p:sp>
      <p:sp>
        <p:nvSpPr>
          <p:cNvPr id="3" name="Content Placeholder 2"/>
          <p:cNvSpPr>
            <a:spLocks noGrp="1"/>
          </p:cNvSpPr>
          <p:nvPr>
            <p:ph idx="1"/>
          </p:nvPr>
        </p:nvSpPr>
        <p:spPr/>
        <p:txBody>
          <a:bodyPr vert="horz" lIns="91440" tIns="45720" rIns="91440" bIns="45720" rtlCol="0" anchor="t">
            <a:normAutofit fontScale="77500" lnSpcReduction="20000"/>
          </a:bodyPr>
          <a:lstStyle/>
          <a:p>
            <a:r>
              <a:rPr lang="en-US" dirty="0"/>
              <a:t>Mechanical Engineer, PhD developed a super-peer system for Product Lifecycle Management in Virtual Enterprises</a:t>
            </a:r>
          </a:p>
          <a:p>
            <a:r>
              <a:rPr lang="en-US" dirty="0"/>
              <a:t>Managed transactions of over $2Bn per annum for Nokia’s largest distributor.  2005-2009</a:t>
            </a:r>
          </a:p>
          <a:p>
            <a:r>
              <a:rPr lang="en-US" dirty="0"/>
              <a:t>Background in Engineering (built and managed site teams for oil refinery projects in Iraq from 2009-2012)</a:t>
            </a:r>
          </a:p>
          <a:p>
            <a:r>
              <a:rPr lang="en-US" dirty="0"/>
              <a:t>Worked in </a:t>
            </a:r>
            <a:r>
              <a:rPr lang="en-US" dirty="0" err="1"/>
              <a:t>MedTech</a:t>
            </a:r>
            <a:r>
              <a:rPr lang="en-US" dirty="0"/>
              <a:t> startup and rolled out two products to market in London (2013-2016)</a:t>
            </a:r>
          </a:p>
          <a:p>
            <a:r>
              <a:rPr lang="en-US" dirty="0"/>
              <a:t>Came up with the idea whilst travelling and working in the developing world and seeing first hand the issues people face every day in simple business transactions. </a:t>
            </a:r>
          </a:p>
          <a:p>
            <a:r>
              <a:rPr lang="en-US" dirty="0"/>
              <a:t>Loves open source tech and renewable energy. Such a transactional system for the developing world is the key to help those countries help themselves climb out of their rut, allow people to take advantage of modern financial tools to better themselves.</a:t>
            </a:r>
          </a:p>
          <a:p>
            <a:r>
              <a:rPr lang="en-US" dirty="0"/>
              <a:t>Lives in London with his family</a:t>
            </a:r>
          </a:p>
        </p:txBody>
      </p:sp>
    </p:spTree>
    <p:extLst>
      <p:ext uri="{BB962C8B-B14F-4D97-AF65-F5344CB8AC3E}">
        <p14:creationId xmlns:p14="http://schemas.microsoft.com/office/powerpoint/2010/main" val="255443019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222</TotalTime>
  <Words>1147</Words>
  <Application>Microsoft Office PowerPoint</Application>
  <PresentationFormat>Widescreen</PresentationFormat>
  <Paragraphs>147</Paragraphs>
  <Slides>19</Slides>
  <Notes>15</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CylinderSeal</vt:lpstr>
      <vt:lpstr>"Money is to be made from the 90% of the market that is ignored rather than the 10% of the market that everyone is fighting tooth and nail to serve."</vt:lpstr>
      <vt:lpstr>The pitch</vt:lpstr>
      <vt:lpstr>Potential market</vt:lpstr>
      <vt:lpstr>Operating principles</vt:lpstr>
      <vt:lpstr>PowerPoint Presentation</vt:lpstr>
      <vt:lpstr>PowerPoint Presentation</vt:lpstr>
      <vt:lpstr>PowerPoint Presentation</vt:lpstr>
      <vt:lpstr>PowerPoint Presentation</vt:lpstr>
      <vt:lpstr>Future potential?</vt:lpstr>
      <vt:lpstr>Compared to competition</vt:lpstr>
      <vt:lpstr>Plan of action</vt:lpstr>
      <vt:lpstr>SWOT - Strengths</vt:lpstr>
      <vt:lpstr>SWOT - Weaknesses</vt:lpstr>
      <vt:lpstr>SWOT - Opportunities</vt:lpstr>
      <vt:lpstr>SWOT - Threats</vt:lpstr>
      <vt:lpstr>CylinderSeal – what's behind the name</vt:lpstr>
      <vt:lpstr>The team</vt:lpstr>
      <vt:lpstr>The founder – Dr Hayder Aziz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hayder</cp:lastModifiedBy>
  <cp:revision>32</cp:revision>
  <dcterms:created xsi:type="dcterms:W3CDTF">2013-07-15T20:26:40Z</dcterms:created>
  <dcterms:modified xsi:type="dcterms:W3CDTF">2016-07-08T13:32:23Z</dcterms:modified>
</cp:coreProperties>
</file>